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5.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2" r:id="rId4"/>
    <p:sldMasterId id="2147483713" r:id="rId5"/>
    <p:sldMasterId id="2147483720" r:id="rId6"/>
    <p:sldMasterId id="2147483725" r:id="rId7"/>
    <p:sldMasterId id="2147483648" r:id="rId8"/>
    <p:sldMasterId id="2147483753" r:id="rId9"/>
  </p:sldMasterIdLst>
  <p:notesMasterIdLst>
    <p:notesMasterId r:id="rId23"/>
  </p:notesMasterIdLst>
  <p:sldIdLst>
    <p:sldId id="520" r:id="rId10"/>
    <p:sldId id="540" r:id="rId11"/>
    <p:sldId id="564" r:id="rId12"/>
    <p:sldId id="256" r:id="rId13"/>
    <p:sldId id="566" r:id="rId14"/>
    <p:sldId id="2147471025" r:id="rId15"/>
    <p:sldId id="565" r:id="rId16"/>
    <p:sldId id="2147471026" r:id="rId17"/>
    <p:sldId id="2147471030" r:id="rId18"/>
    <p:sldId id="2147471027" r:id="rId19"/>
    <p:sldId id="2147471031" r:id="rId20"/>
    <p:sldId id="2147471028" r:id="rId21"/>
    <p:sldId id="2147471029" r:id="rId22"/>
  </p:sldIdLst>
  <p:sldSz cx="9144000" cy="5143500" type="screen16x9"/>
  <p:notesSz cx="9144000" cy="5143500"/>
  <p:defaultTextStyle>
    <a:defPPr>
      <a:defRPr kern="0"/>
    </a:def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0D3551D-6E56-3115-7C93-54B8F2867FCD}" name="Dawn Leyland" initials="" userId="S::dawn.leyland@sydney.edu.au::0156b27b-d76c-496f-804d-eaf682773965" providerId="AD"/>
  <p188:author id="{B9ADBDA8-FF4E-24E2-FA2D-2D70436F6A6D}" name="Andrew Brettell" initials="AB" userId="S::andrew.brettell@sydney.edu.au::f44c2514-c849-4e7a-8552-86c664d14eb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DE1"/>
    <a:srgbClr val="414141"/>
    <a:srgbClr val="000000"/>
    <a:srgbClr val="873D35"/>
    <a:srgbClr val="8F9EC9"/>
    <a:srgbClr val="1A345E"/>
    <a:srgbClr val="DAA8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1ED184-F10C-4DB1-A649-DF07CFA0BE04}" v="415" dt="2026-02-24T04:03:12.19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7288" autoAdjust="0"/>
  </p:normalViewPr>
  <p:slideViewPr>
    <p:cSldViewPr snapToGrid="0">
      <p:cViewPr varScale="1">
        <p:scale>
          <a:sx n="123" d="100"/>
          <a:sy n="123" d="100"/>
        </p:scale>
        <p:origin x="264" y="9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2.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1.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e De La Mata" userId="878a281c-078f-44b6-973f-8ffac8d417e1" providerId="ADAL" clId="{79196F8A-5B65-4817-BD1C-5897143AED69}"/>
    <pc:docChg chg="custSel addSld delSld modSld sldOrd">
      <pc:chgData name="Nicole De La Mata" userId="878a281c-078f-44b6-973f-8ffac8d417e1" providerId="ADAL" clId="{79196F8A-5B65-4817-BD1C-5897143AED69}" dt="2026-02-24T04:03:21.519" v="2706" actId="1076"/>
      <pc:docMkLst>
        <pc:docMk/>
      </pc:docMkLst>
      <pc:sldChg chg="addSp delSp modSp mod">
        <pc:chgData name="Nicole De La Mata" userId="878a281c-078f-44b6-973f-8ffac8d417e1" providerId="ADAL" clId="{79196F8A-5B65-4817-BD1C-5897143AED69}" dt="2026-02-16T05:16:35.570" v="222" actId="1076"/>
        <pc:sldMkLst>
          <pc:docMk/>
          <pc:sldMk cId="0" sldId="256"/>
        </pc:sldMkLst>
        <pc:spChg chg="mod">
          <ac:chgData name="Nicole De La Mata" userId="878a281c-078f-44b6-973f-8ffac8d417e1" providerId="ADAL" clId="{79196F8A-5B65-4817-BD1C-5897143AED69}" dt="2026-02-16T05:12:45.873" v="122" actId="20577"/>
          <ac:spMkLst>
            <pc:docMk/>
            <pc:sldMk cId="0" sldId="256"/>
            <ac:spMk id="2" creationId="{00000000-0000-0000-0000-000000000000}"/>
          </ac:spMkLst>
        </pc:spChg>
        <pc:spChg chg="mod">
          <ac:chgData name="Nicole De La Mata" userId="878a281c-078f-44b6-973f-8ffac8d417e1" providerId="ADAL" clId="{79196F8A-5B65-4817-BD1C-5897143AED69}" dt="2026-02-16T05:14:05.702" v="202" actId="1076"/>
          <ac:spMkLst>
            <pc:docMk/>
            <pc:sldMk cId="0" sldId="256"/>
            <ac:spMk id="3" creationId="{B5363EE7-1EC4-CA11-AC1E-77F327D977C9}"/>
          </ac:spMkLst>
        </pc:spChg>
        <pc:spChg chg="add mod">
          <ac:chgData name="Nicole De La Mata" userId="878a281c-078f-44b6-973f-8ffac8d417e1" providerId="ADAL" clId="{79196F8A-5B65-4817-BD1C-5897143AED69}" dt="2026-02-16T05:14:09.100" v="203" actId="1076"/>
          <ac:spMkLst>
            <pc:docMk/>
            <pc:sldMk cId="0" sldId="256"/>
            <ac:spMk id="4" creationId="{700BB6DB-4D68-0EEC-5820-C313199FF378}"/>
          </ac:spMkLst>
        </pc:spChg>
        <pc:spChg chg="add mod">
          <ac:chgData name="Nicole De La Mata" userId="878a281c-078f-44b6-973f-8ffac8d417e1" providerId="ADAL" clId="{79196F8A-5B65-4817-BD1C-5897143AED69}" dt="2026-02-16T05:14:02.535" v="201" actId="1076"/>
          <ac:spMkLst>
            <pc:docMk/>
            <pc:sldMk cId="0" sldId="256"/>
            <ac:spMk id="5" creationId="{1A92A5AA-16B9-266D-7900-0A70699EC373}"/>
          </ac:spMkLst>
        </pc:spChg>
        <pc:picChg chg="add mod">
          <ac:chgData name="Nicole De La Mata" userId="878a281c-078f-44b6-973f-8ffac8d417e1" providerId="ADAL" clId="{79196F8A-5B65-4817-BD1C-5897143AED69}" dt="2026-02-16T05:15:54.851" v="214" actId="14100"/>
          <ac:picMkLst>
            <pc:docMk/>
            <pc:sldMk cId="0" sldId="256"/>
            <ac:picMk id="9" creationId="{A8FDAFE5-5D4F-C75C-5057-D8FC18546B6D}"/>
          </ac:picMkLst>
        </pc:picChg>
        <pc:picChg chg="add mod">
          <ac:chgData name="Nicole De La Mata" userId="878a281c-078f-44b6-973f-8ffac8d417e1" providerId="ADAL" clId="{79196F8A-5B65-4817-BD1C-5897143AED69}" dt="2026-02-16T05:16:07.715" v="219" actId="1076"/>
          <ac:picMkLst>
            <pc:docMk/>
            <pc:sldMk cId="0" sldId="256"/>
            <ac:picMk id="1030" creationId="{AF5DD2D7-0C96-FD76-AE89-13533D2F0542}"/>
          </ac:picMkLst>
        </pc:picChg>
        <pc:picChg chg="add mod">
          <ac:chgData name="Nicole De La Mata" userId="878a281c-078f-44b6-973f-8ffac8d417e1" providerId="ADAL" clId="{79196F8A-5B65-4817-BD1C-5897143AED69}" dt="2026-02-16T05:16:35.570" v="222" actId="1076"/>
          <ac:picMkLst>
            <pc:docMk/>
            <pc:sldMk cId="0" sldId="256"/>
            <ac:picMk id="1032" creationId="{C37F6CCD-9A1C-2343-1049-6EC36C5E6D8C}"/>
          </ac:picMkLst>
        </pc:picChg>
      </pc:sldChg>
      <pc:sldChg chg="addSp delSp modSp mod">
        <pc:chgData name="Nicole De La Mata" userId="878a281c-078f-44b6-973f-8ffac8d417e1" providerId="ADAL" clId="{79196F8A-5B65-4817-BD1C-5897143AED69}" dt="2026-02-16T10:41:11.009" v="1759" actId="20577"/>
        <pc:sldMkLst>
          <pc:docMk/>
          <pc:sldMk cId="1806009963" sldId="540"/>
        </pc:sldMkLst>
        <pc:spChg chg="mod">
          <ac:chgData name="Nicole De La Mata" userId="878a281c-078f-44b6-973f-8ffac8d417e1" providerId="ADAL" clId="{79196F8A-5B65-4817-BD1C-5897143AED69}" dt="2026-02-16T10:41:11.009" v="1759" actId="20577"/>
          <ac:spMkLst>
            <pc:docMk/>
            <pc:sldMk cId="1806009963" sldId="540"/>
            <ac:spMk id="7" creationId="{C4CB9B0A-4047-F9D9-6848-32C84DE58562}"/>
          </ac:spMkLst>
        </pc:spChg>
      </pc:sldChg>
      <pc:sldChg chg="addSp delSp modSp add mod ord">
        <pc:chgData name="Nicole De La Mata" userId="878a281c-078f-44b6-973f-8ffac8d417e1" providerId="ADAL" clId="{79196F8A-5B65-4817-BD1C-5897143AED69}" dt="2026-02-24T04:03:21.519" v="2706" actId="1076"/>
        <pc:sldMkLst>
          <pc:docMk/>
          <pc:sldMk cId="2202192967" sldId="564"/>
        </pc:sldMkLst>
        <pc:spChg chg="mod">
          <ac:chgData name="Nicole De La Mata" userId="878a281c-078f-44b6-973f-8ffac8d417e1" providerId="ADAL" clId="{79196F8A-5B65-4817-BD1C-5897143AED69}" dt="2026-02-16T10:41:15.420" v="1760" actId="6549"/>
          <ac:spMkLst>
            <pc:docMk/>
            <pc:sldMk cId="2202192967" sldId="564"/>
            <ac:spMk id="2" creationId="{60BD6F1D-0FE8-16BF-DCBD-92011D03BE45}"/>
          </ac:spMkLst>
        </pc:spChg>
        <pc:spChg chg="add mod">
          <ac:chgData name="Nicole De La Mata" userId="878a281c-078f-44b6-973f-8ffac8d417e1" providerId="ADAL" clId="{79196F8A-5B65-4817-BD1C-5897143AED69}" dt="2026-02-24T04:03:21.519" v="2706" actId="1076"/>
          <ac:spMkLst>
            <pc:docMk/>
            <pc:sldMk cId="2202192967" sldId="564"/>
            <ac:spMk id="4" creationId="{5D604686-A40D-0C42-4E29-105FB3BCD40B}"/>
          </ac:spMkLst>
        </pc:spChg>
        <pc:picChg chg="add mod">
          <ac:chgData name="Nicole De La Mata" userId="878a281c-078f-44b6-973f-8ffac8d417e1" providerId="ADAL" clId="{79196F8A-5B65-4817-BD1C-5897143AED69}" dt="2026-02-24T04:03:16.598" v="2705" actId="1076"/>
          <ac:picMkLst>
            <pc:docMk/>
            <pc:sldMk cId="2202192967" sldId="564"/>
            <ac:picMk id="6" creationId="{F33203D2-E576-1EBD-8CA0-56641CFB418A}"/>
          </ac:picMkLst>
        </pc:picChg>
      </pc:sldChg>
      <pc:sldChg chg="modSp add mod">
        <pc:chgData name="Nicole De La Mata" userId="878a281c-078f-44b6-973f-8ffac8d417e1" providerId="ADAL" clId="{79196F8A-5B65-4817-BD1C-5897143AED69}" dt="2026-02-16T05:22:58.083" v="465" actId="20577"/>
        <pc:sldMkLst>
          <pc:docMk/>
          <pc:sldMk cId="2798968644" sldId="565"/>
        </pc:sldMkLst>
        <pc:spChg chg="mod">
          <ac:chgData name="Nicole De La Mata" userId="878a281c-078f-44b6-973f-8ffac8d417e1" providerId="ADAL" clId="{79196F8A-5B65-4817-BD1C-5897143AED69}" dt="2026-02-16T05:22:47.220" v="417" actId="20577"/>
          <ac:spMkLst>
            <pc:docMk/>
            <pc:sldMk cId="2798968644" sldId="565"/>
            <ac:spMk id="2" creationId="{C3D995B5-7B32-7DDB-ED64-F951B0DB5654}"/>
          </ac:spMkLst>
        </pc:spChg>
        <pc:spChg chg="mod">
          <ac:chgData name="Nicole De La Mata" userId="878a281c-078f-44b6-973f-8ffac8d417e1" providerId="ADAL" clId="{79196F8A-5B65-4817-BD1C-5897143AED69}" dt="2026-02-16T05:22:58.083" v="465" actId="20577"/>
          <ac:spMkLst>
            <pc:docMk/>
            <pc:sldMk cId="2798968644" sldId="565"/>
            <ac:spMk id="3" creationId="{C509D709-60BF-E38B-8CCA-DC4BE0E5B6BB}"/>
          </ac:spMkLst>
        </pc:spChg>
      </pc:sldChg>
      <pc:sldChg chg="addSp modSp add mod ord modAnim">
        <pc:chgData name="Nicole De La Mata" userId="878a281c-078f-44b6-973f-8ffac8d417e1" providerId="ADAL" clId="{79196F8A-5B65-4817-BD1C-5897143AED69}" dt="2026-02-16T05:21:21.888" v="334"/>
        <pc:sldMkLst>
          <pc:docMk/>
          <pc:sldMk cId="3168694182" sldId="566"/>
        </pc:sldMkLst>
        <pc:spChg chg="mod">
          <ac:chgData name="Nicole De La Mata" userId="878a281c-078f-44b6-973f-8ffac8d417e1" providerId="ADAL" clId="{79196F8A-5B65-4817-BD1C-5897143AED69}" dt="2026-02-16T05:19:50.229" v="318" actId="20577"/>
          <ac:spMkLst>
            <pc:docMk/>
            <pc:sldMk cId="3168694182" sldId="566"/>
            <ac:spMk id="2" creationId="{897CF9C9-F7E2-2ABB-AEB2-665BB830D59B}"/>
          </ac:spMkLst>
        </pc:spChg>
        <pc:spChg chg="add mod">
          <ac:chgData name="Nicole De La Mata" userId="878a281c-078f-44b6-973f-8ffac8d417e1" providerId="ADAL" clId="{79196F8A-5B65-4817-BD1C-5897143AED69}" dt="2026-02-16T05:19:57.036" v="320" actId="1076"/>
          <ac:spMkLst>
            <pc:docMk/>
            <pc:sldMk cId="3168694182" sldId="566"/>
            <ac:spMk id="3" creationId="{8E10F516-0654-6971-84B4-6E9373AC7F39}"/>
          </ac:spMkLst>
        </pc:spChg>
        <pc:spChg chg="add mod">
          <ac:chgData name="Nicole De La Mata" userId="878a281c-078f-44b6-973f-8ffac8d417e1" providerId="ADAL" clId="{79196F8A-5B65-4817-BD1C-5897143AED69}" dt="2026-02-16T05:20:00.363" v="321"/>
          <ac:spMkLst>
            <pc:docMk/>
            <pc:sldMk cId="3168694182" sldId="566"/>
            <ac:spMk id="5" creationId="{64B5FD42-ADD0-16D7-3627-30804BDC29D8}"/>
          </ac:spMkLst>
        </pc:spChg>
        <pc:spChg chg="add mod">
          <ac:chgData name="Nicole De La Mata" userId="878a281c-078f-44b6-973f-8ffac8d417e1" providerId="ADAL" clId="{79196F8A-5B65-4817-BD1C-5897143AED69}" dt="2026-02-16T05:20:21.833" v="323"/>
          <ac:spMkLst>
            <pc:docMk/>
            <pc:sldMk cId="3168694182" sldId="566"/>
            <ac:spMk id="8" creationId="{F447DE29-49B3-6E74-824A-FE21883012E3}"/>
          </ac:spMkLst>
        </pc:spChg>
        <pc:spChg chg="add mod">
          <ac:chgData name="Nicole De La Mata" userId="878a281c-078f-44b6-973f-8ffac8d417e1" providerId="ADAL" clId="{79196F8A-5B65-4817-BD1C-5897143AED69}" dt="2026-02-16T05:20:38.391" v="326"/>
          <ac:spMkLst>
            <pc:docMk/>
            <pc:sldMk cId="3168694182" sldId="566"/>
            <ac:spMk id="11" creationId="{9843337C-805B-A203-404F-EA5D97FCACF2}"/>
          </ac:spMkLst>
        </pc:spChg>
        <pc:spChg chg="add mod">
          <ac:chgData name="Nicole De La Mata" userId="878a281c-078f-44b6-973f-8ffac8d417e1" providerId="ADAL" clId="{79196F8A-5B65-4817-BD1C-5897143AED69}" dt="2026-02-16T05:20:45.761" v="328"/>
          <ac:spMkLst>
            <pc:docMk/>
            <pc:sldMk cId="3168694182" sldId="566"/>
            <ac:spMk id="14" creationId="{CAA0366E-5D14-64F0-0B42-4BF04B0936E2}"/>
          </ac:spMkLst>
        </pc:spChg>
        <pc:spChg chg="add mod">
          <ac:chgData name="Nicole De La Mata" userId="878a281c-078f-44b6-973f-8ffac8d417e1" providerId="ADAL" clId="{79196F8A-5B65-4817-BD1C-5897143AED69}" dt="2026-02-16T05:20:56.415" v="330"/>
          <ac:spMkLst>
            <pc:docMk/>
            <pc:sldMk cId="3168694182" sldId="566"/>
            <ac:spMk id="17" creationId="{4C7B7F32-8919-8457-F893-B8CBC3B3E12B}"/>
          </ac:spMkLst>
        </pc:spChg>
        <pc:grpChg chg="add mod">
          <ac:chgData name="Nicole De La Mata" userId="878a281c-078f-44b6-973f-8ffac8d417e1" providerId="ADAL" clId="{79196F8A-5B65-4817-BD1C-5897143AED69}" dt="2026-02-16T05:20:03.030" v="322" actId="1076"/>
          <ac:grpSpMkLst>
            <pc:docMk/>
            <pc:sldMk cId="3168694182" sldId="566"/>
            <ac:grpSpMk id="4" creationId="{FB2C853C-75B8-2F3C-4BB2-487E9B6D1203}"/>
          </ac:grpSpMkLst>
        </pc:grpChg>
        <pc:grpChg chg="add mod">
          <ac:chgData name="Nicole De La Mata" userId="878a281c-078f-44b6-973f-8ffac8d417e1" providerId="ADAL" clId="{79196F8A-5B65-4817-BD1C-5897143AED69}" dt="2026-02-16T05:20:34.774" v="325" actId="1076"/>
          <ac:grpSpMkLst>
            <pc:docMk/>
            <pc:sldMk cId="3168694182" sldId="566"/>
            <ac:grpSpMk id="7" creationId="{F2FC233B-2E5A-A029-C62B-BF9C76C8E877}"/>
          </ac:grpSpMkLst>
        </pc:grpChg>
        <pc:grpChg chg="add mod">
          <ac:chgData name="Nicole De La Mata" userId="878a281c-078f-44b6-973f-8ffac8d417e1" providerId="ADAL" clId="{79196F8A-5B65-4817-BD1C-5897143AED69}" dt="2026-02-16T05:20:42.020" v="327" actId="1076"/>
          <ac:grpSpMkLst>
            <pc:docMk/>
            <pc:sldMk cId="3168694182" sldId="566"/>
            <ac:grpSpMk id="10" creationId="{253C1FFA-3E35-8CEB-A3BA-01AF35AADFFB}"/>
          </ac:grpSpMkLst>
        </pc:grpChg>
        <pc:grpChg chg="add mod">
          <ac:chgData name="Nicole De La Mata" userId="878a281c-078f-44b6-973f-8ffac8d417e1" providerId="ADAL" clId="{79196F8A-5B65-4817-BD1C-5897143AED69}" dt="2026-02-16T05:20:52.442" v="329" actId="1076"/>
          <ac:grpSpMkLst>
            <pc:docMk/>
            <pc:sldMk cId="3168694182" sldId="566"/>
            <ac:grpSpMk id="13" creationId="{B40CB408-2F5F-B810-F29A-FF7E135E50BB}"/>
          </ac:grpSpMkLst>
        </pc:grpChg>
        <pc:grpChg chg="add mod">
          <ac:chgData name="Nicole De La Mata" userId="878a281c-078f-44b6-973f-8ffac8d417e1" providerId="ADAL" clId="{79196F8A-5B65-4817-BD1C-5897143AED69}" dt="2026-02-16T05:21:00.662" v="331" actId="1076"/>
          <ac:grpSpMkLst>
            <pc:docMk/>
            <pc:sldMk cId="3168694182" sldId="566"/>
            <ac:grpSpMk id="16" creationId="{A9428B0A-D741-EBE5-BB3F-F799CFE275D9}"/>
          </ac:grpSpMkLst>
        </pc:grpChg>
        <pc:picChg chg="add mod">
          <ac:chgData name="Nicole De La Mata" userId="878a281c-078f-44b6-973f-8ffac8d417e1" providerId="ADAL" clId="{79196F8A-5B65-4817-BD1C-5897143AED69}" dt="2026-02-16T05:20:00.363" v="321"/>
          <ac:picMkLst>
            <pc:docMk/>
            <pc:sldMk cId="3168694182" sldId="566"/>
            <ac:picMk id="6" creationId="{11C0F6A8-B922-598A-5661-7D4F91FE13AD}"/>
          </ac:picMkLst>
        </pc:picChg>
        <pc:picChg chg="add mod">
          <ac:chgData name="Nicole De La Mata" userId="878a281c-078f-44b6-973f-8ffac8d417e1" providerId="ADAL" clId="{79196F8A-5B65-4817-BD1C-5897143AED69}" dt="2026-02-16T05:20:21.833" v="323"/>
          <ac:picMkLst>
            <pc:docMk/>
            <pc:sldMk cId="3168694182" sldId="566"/>
            <ac:picMk id="9" creationId="{0CFCD711-9AA1-E5D6-E85D-757F8E3BA1FF}"/>
          </ac:picMkLst>
        </pc:picChg>
        <pc:picChg chg="add mod">
          <ac:chgData name="Nicole De La Mata" userId="878a281c-078f-44b6-973f-8ffac8d417e1" providerId="ADAL" clId="{79196F8A-5B65-4817-BD1C-5897143AED69}" dt="2026-02-16T05:20:38.391" v="326"/>
          <ac:picMkLst>
            <pc:docMk/>
            <pc:sldMk cId="3168694182" sldId="566"/>
            <ac:picMk id="12" creationId="{39FFCA24-78FB-E906-4943-141081BBA6BD}"/>
          </ac:picMkLst>
        </pc:picChg>
        <pc:picChg chg="add mod">
          <ac:chgData name="Nicole De La Mata" userId="878a281c-078f-44b6-973f-8ffac8d417e1" providerId="ADAL" clId="{79196F8A-5B65-4817-BD1C-5897143AED69}" dt="2026-02-16T05:20:45.761" v="328"/>
          <ac:picMkLst>
            <pc:docMk/>
            <pc:sldMk cId="3168694182" sldId="566"/>
            <ac:picMk id="15" creationId="{0E13647B-01DB-7ED5-87EC-F055FB4D2861}"/>
          </ac:picMkLst>
        </pc:picChg>
        <pc:picChg chg="add mod">
          <ac:chgData name="Nicole De La Mata" userId="878a281c-078f-44b6-973f-8ffac8d417e1" providerId="ADAL" clId="{79196F8A-5B65-4817-BD1C-5897143AED69}" dt="2026-02-16T05:20:56.415" v="330"/>
          <ac:picMkLst>
            <pc:docMk/>
            <pc:sldMk cId="3168694182" sldId="566"/>
            <ac:picMk id="18" creationId="{F77D2B91-AC73-FAC7-DD44-CFCFDC8CD837}"/>
          </ac:picMkLst>
        </pc:picChg>
      </pc:sldChg>
      <pc:sldChg chg="addSp delSp modSp add mod">
        <pc:chgData name="Nicole De La Mata" userId="878a281c-078f-44b6-973f-8ffac8d417e1" providerId="ADAL" clId="{79196F8A-5B65-4817-BD1C-5897143AED69}" dt="2026-02-16T05:22:20.912" v="382"/>
        <pc:sldMkLst>
          <pc:docMk/>
          <pc:sldMk cId="465445906" sldId="2147471025"/>
        </pc:sldMkLst>
        <pc:spChg chg="add mod">
          <ac:chgData name="Nicole De La Mata" userId="878a281c-078f-44b6-973f-8ffac8d417e1" providerId="ADAL" clId="{79196F8A-5B65-4817-BD1C-5897143AED69}" dt="2026-02-16T05:22:20.912" v="382"/>
          <ac:spMkLst>
            <pc:docMk/>
            <pc:sldMk cId="465445906" sldId="2147471025"/>
            <ac:spMk id="11" creationId="{18EA258A-31C7-43EB-C84C-FFB9EDAA9057}"/>
          </ac:spMkLst>
        </pc:spChg>
      </pc:sldChg>
      <pc:sldChg chg="modSp add mod modAnim">
        <pc:chgData name="Nicole De La Mata" userId="878a281c-078f-44b6-973f-8ffac8d417e1" providerId="ADAL" clId="{79196F8A-5B65-4817-BD1C-5897143AED69}" dt="2026-02-16T10:41:28.059" v="1761" actId="6549"/>
        <pc:sldMkLst>
          <pc:docMk/>
          <pc:sldMk cId="2299737844" sldId="2147471026"/>
        </pc:sldMkLst>
        <pc:spChg chg="mod">
          <ac:chgData name="Nicole De La Mata" userId="878a281c-078f-44b6-973f-8ffac8d417e1" providerId="ADAL" clId="{79196F8A-5B65-4817-BD1C-5897143AED69}" dt="2026-02-16T10:41:28.059" v="1761" actId="6549"/>
          <ac:spMkLst>
            <pc:docMk/>
            <pc:sldMk cId="2299737844" sldId="2147471026"/>
            <ac:spMk id="2" creationId="{8CA84059-1B4C-C5B6-04A6-4920749FAB85}"/>
          </ac:spMkLst>
        </pc:spChg>
        <pc:spChg chg="mod">
          <ac:chgData name="Nicole De La Mata" userId="878a281c-078f-44b6-973f-8ffac8d417e1" providerId="ADAL" clId="{79196F8A-5B65-4817-BD1C-5897143AED69}" dt="2026-02-16T05:33:11.713" v="973" actId="114"/>
          <ac:spMkLst>
            <pc:docMk/>
            <pc:sldMk cId="2299737844" sldId="2147471026"/>
            <ac:spMk id="3" creationId="{F3519F5E-154B-832B-8B65-1F8F75A5B665}"/>
          </ac:spMkLst>
        </pc:spChg>
      </pc:sldChg>
      <pc:sldChg chg="addSp delSp modSp add mod">
        <pc:chgData name="Nicole De La Mata" userId="878a281c-078f-44b6-973f-8ffac8d417e1" providerId="ADAL" clId="{79196F8A-5B65-4817-BD1C-5897143AED69}" dt="2026-02-16T23:58:39.952" v="2343" actId="20577"/>
        <pc:sldMkLst>
          <pc:docMk/>
          <pc:sldMk cId="1863171297" sldId="2147471027"/>
        </pc:sldMkLst>
        <pc:spChg chg="mod">
          <ac:chgData name="Nicole De La Mata" userId="878a281c-078f-44b6-973f-8ffac8d417e1" providerId="ADAL" clId="{79196F8A-5B65-4817-BD1C-5897143AED69}" dt="2026-02-16T23:13:48.726" v="2031" actId="20577"/>
          <ac:spMkLst>
            <pc:docMk/>
            <pc:sldMk cId="1863171297" sldId="2147471027"/>
            <ac:spMk id="2" creationId="{49E1B93B-2ED1-729A-B11E-3B498F57A29E}"/>
          </ac:spMkLst>
        </pc:spChg>
        <pc:graphicFrameChg chg="add mod modGraphic">
          <ac:chgData name="Nicole De La Mata" userId="878a281c-078f-44b6-973f-8ffac8d417e1" providerId="ADAL" clId="{79196F8A-5B65-4817-BD1C-5897143AED69}" dt="2026-02-16T23:58:39.952" v="2343" actId="20577"/>
          <ac:graphicFrameMkLst>
            <pc:docMk/>
            <pc:sldMk cId="1863171297" sldId="2147471027"/>
            <ac:graphicFrameMk id="4" creationId="{2F87FCC6-D117-546B-A684-E87B3E99EB83}"/>
          </ac:graphicFrameMkLst>
        </pc:graphicFrameChg>
      </pc:sldChg>
      <pc:sldChg chg="modSp add mod ord modAnim">
        <pc:chgData name="Nicole De La Mata" userId="878a281c-078f-44b6-973f-8ffac8d417e1" providerId="ADAL" clId="{79196F8A-5B65-4817-BD1C-5897143AED69}" dt="2026-02-24T03:36:35.927" v="2627" actId="20577"/>
        <pc:sldMkLst>
          <pc:docMk/>
          <pc:sldMk cId="2115156895" sldId="2147471028"/>
        </pc:sldMkLst>
        <pc:spChg chg="mod">
          <ac:chgData name="Nicole De La Mata" userId="878a281c-078f-44b6-973f-8ffac8d417e1" providerId="ADAL" clId="{79196F8A-5B65-4817-BD1C-5897143AED69}" dt="2026-02-16T05:35:46.124" v="1262" actId="20577"/>
          <ac:spMkLst>
            <pc:docMk/>
            <pc:sldMk cId="2115156895" sldId="2147471028"/>
            <ac:spMk id="2" creationId="{AABFDAE6-1AF3-0331-0686-79E6545118C5}"/>
          </ac:spMkLst>
        </pc:spChg>
        <pc:spChg chg="mod">
          <ac:chgData name="Nicole De La Mata" userId="878a281c-078f-44b6-973f-8ffac8d417e1" providerId="ADAL" clId="{79196F8A-5B65-4817-BD1C-5897143AED69}" dt="2026-02-24T03:36:35.927" v="2627" actId="20577"/>
          <ac:spMkLst>
            <pc:docMk/>
            <pc:sldMk cId="2115156895" sldId="2147471028"/>
            <ac:spMk id="3" creationId="{A43139B7-3490-A762-1B74-E230ECF43AD6}"/>
          </ac:spMkLst>
        </pc:spChg>
      </pc:sldChg>
      <pc:sldChg chg="addSp delSp modSp new mod">
        <pc:chgData name="Nicole De La Mata" userId="878a281c-078f-44b6-973f-8ffac8d417e1" providerId="ADAL" clId="{79196F8A-5B65-4817-BD1C-5897143AED69}" dt="2026-02-16T05:40:14.955" v="1756" actId="1076"/>
        <pc:sldMkLst>
          <pc:docMk/>
          <pc:sldMk cId="1906047414" sldId="2147471029"/>
        </pc:sldMkLst>
        <pc:spChg chg="add mod">
          <ac:chgData name="Nicole De La Mata" userId="878a281c-078f-44b6-973f-8ffac8d417e1" providerId="ADAL" clId="{79196F8A-5B65-4817-BD1C-5897143AED69}" dt="2026-02-16T05:40:14.955" v="1756" actId="1076"/>
          <ac:spMkLst>
            <pc:docMk/>
            <pc:sldMk cId="1906047414" sldId="2147471029"/>
            <ac:spMk id="5" creationId="{F407DA82-4917-34CF-4BE6-627BFFC7F011}"/>
          </ac:spMkLst>
        </pc:spChg>
        <pc:picChg chg="add mod">
          <ac:chgData name="Nicole De La Mata" userId="878a281c-078f-44b6-973f-8ffac8d417e1" providerId="ADAL" clId="{79196F8A-5B65-4817-BD1C-5897143AED69}" dt="2026-02-16T05:40:11.909" v="1755" actId="1076"/>
          <ac:picMkLst>
            <pc:docMk/>
            <pc:sldMk cId="1906047414" sldId="2147471029"/>
            <ac:picMk id="7" creationId="{7588C287-C25E-FEB8-63B0-B5AD0E8B9050}"/>
          </ac:picMkLst>
        </pc:picChg>
      </pc:sldChg>
      <pc:sldChg chg="addSp modSp add mod modAnim">
        <pc:chgData name="Nicole De La Mata" userId="878a281c-078f-44b6-973f-8ffac8d417e1" providerId="ADAL" clId="{79196F8A-5B65-4817-BD1C-5897143AED69}" dt="2026-02-24T03:37:43.196" v="2699"/>
        <pc:sldMkLst>
          <pc:docMk/>
          <pc:sldMk cId="487747739" sldId="2147471030"/>
        </pc:sldMkLst>
        <pc:spChg chg="mod">
          <ac:chgData name="Nicole De La Mata" userId="878a281c-078f-44b6-973f-8ffac8d417e1" providerId="ADAL" clId="{79196F8A-5B65-4817-BD1C-5897143AED69}" dt="2026-02-16T10:41:59.889" v="1776" actId="20577"/>
          <ac:spMkLst>
            <pc:docMk/>
            <pc:sldMk cId="487747739" sldId="2147471030"/>
            <ac:spMk id="2" creationId="{13845A52-9BC5-DFF5-14C5-1B4F1944E53C}"/>
          </ac:spMkLst>
        </pc:spChg>
        <pc:spChg chg="mod">
          <ac:chgData name="Nicole De La Mata" userId="878a281c-078f-44b6-973f-8ffac8d417e1" providerId="ADAL" clId="{79196F8A-5B65-4817-BD1C-5897143AED69}" dt="2026-02-16T23:07:08.367" v="1946" actId="20577"/>
          <ac:spMkLst>
            <pc:docMk/>
            <pc:sldMk cId="487747739" sldId="2147471030"/>
            <ac:spMk id="3" creationId="{47DA9CE9-C585-F194-EE7F-5017E2D6E80F}"/>
          </ac:spMkLst>
        </pc:spChg>
        <pc:spChg chg="add mod">
          <ac:chgData name="Nicole De La Mata" userId="878a281c-078f-44b6-973f-8ffac8d417e1" providerId="ADAL" clId="{79196F8A-5B65-4817-BD1C-5897143AED69}" dt="2026-02-24T03:37:16.396" v="2634" actId="1076"/>
          <ac:spMkLst>
            <pc:docMk/>
            <pc:sldMk cId="487747739" sldId="2147471030"/>
            <ac:spMk id="4" creationId="{5703595B-6AF5-F535-50C3-9D69CE91EE06}"/>
          </ac:spMkLst>
        </pc:spChg>
        <pc:spChg chg="add mod">
          <ac:chgData name="Nicole De La Mata" userId="878a281c-078f-44b6-973f-8ffac8d417e1" providerId="ADAL" clId="{79196F8A-5B65-4817-BD1C-5897143AED69}" dt="2026-02-24T03:37:36.469" v="2698" actId="20577"/>
          <ac:spMkLst>
            <pc:docMk/>
            <pc:sldMk cId="487747739" sldId="2147471030"/>
            <ac:spMk id="5" creationId="{728E6FE5-47DE-0BE9-92A4-63D84C142F0E}"/>
          </ac:spMkLst>
        </pc:spChg>
      </pc:sldChg>
      <pc:sldChg chg="modSp add mod">
        <pc:chgData name="Nicole De La Mata" userId="878a281c-078f-44b6-973f-8ffac8d417e1" providerId="ADAL" clId="{79196F8A-5B65-4817-BD1C-5897143AED69}" dt="2026-02-24T03:36:50.913" v="2633" actId="20577"/>
        <pc:sldMkLst>
          <pc:docMk/>
          <pc:sldMk cId="1462451779" sldId="2147471031"/>
        </pc:sldMkLst>
        <pc:spChg chg="mod">
          <ac:chgData name="Nicole De La Mata" userId="878a281c-078f-44b6-973f-8ffac8d417e1" providerId="ADAL" clId="{79196F8A-5B65-4817-BD1C-5897143AED69}" dt="2026-02-16T23:58:50.960" v="2349" actId="20577"/>
          <ac:spMkLst>
            <pc:docMk/>
            <pc:sldMk cId="1462451779" sldId="2147471031"/>
            <ac:spMk id="2" creationId="{BCD328F2-9969-17EF-67A1-BD5089DEB2F9}"/>
          </ac:spMkLst>
        </pc:spChg>
        <pc:graphicFrameChg chg="modGraphic">
          <ac:chgData name="Nicole De La Mata" userId="878a281c-078f-44b6-973f-8ffac8d417e1" providerId="ADAL" clId="{79196F8A-5B65-4817-BD1C-5897143AED69}" dt="2026-02-24T03:36:50.913" v="2633" actId="20577"/>
          <ac:graphicFrameMkLst>
            <pc:docMk/>
            <pc:sldMk cId="1462451779" sldId="2147471031"/>
            <ac:graphicFrameMk id="4" creationId="{081E7F08-761F-7F60-3132-572E807F348F}"/>
          </ac:graphicFrameMkLst>
        </pc:graphicFrameChg>
      </pc:sldChg>
      <pc:sldMasterChg chg="delSldLayout">
        <pc:chgData name="Nicole De La Mata" userId="878a281c-078f-44b6-973f-8ffac8d417e1" providerId="ADAL" clId="{79196F8A-5B65-4817-BD1C-5897143AED69}" dt="2026-02-16T05:17:21.911" v="223" actId="47"/>
        <pc:sldMasterMkLst>
          <pc:docMk/>
          <pc:sldMasterMk cId="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5C253762-C138-0D4D-98BD-E45749408AA7}" type="datetimeFigureOut">
              <a:rPr lang="en-US" smtClean="0"/>
              <a:t>2/24/2026</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D96451B1-F1C2-C342-9482-CA419A1AF9E0}" type="slidenum">
              <a:rPr lang="en-US" smtClean="0"/>
              <a:t>‹#›</a:t>
            </a:fld>
            <a:endParaRPr lang="en-US"/>
          </a:p>
        </p:txBody>
      </p:sp>
    </p:spTree>
    <p:extLst>
      <p:ext uri="{BB962C8B-B14F-4D97-AF65-F5344CB8AC3E}">
        <p14:creationId xmlns:p14="http://schemas.microsoft.com/office/powerpoint/2010/main" val="2337512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FA6E2-4CA9-87FE-BC70-7B0089C45A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6F3C4-81BC-664C-4BD8-026E4E3D2C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B1DB1B-0D3B-39A6-2A47-08BBB568EFA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03BD52A-835C-3D6D-180C-48469BFB366B}"/>
              </a:ext>
            </a:extLst>
          </p:cNvPr>
          <p:cNvSpPr>
            <a:spLocks noGrp="1"/>
          </p:cNvSpPr>
          <p:nvPr>
            <p:ph type="sldNum" sz="quarter" idx="5"/>
          </p:nvPr>
        </p:nvSpPr>
        <p:spPr/>
        <p:txBody>
          <a:bodyPr/>
          <a:lstStyle/>
          <a:p>
            <a:fld id="{D96451B1-F1C2-C342-9482-CA419A1AF9E0}" type="slidenum">
              <a:rPr lang="en-US" smtClean="0"/>
              <a:t>3</a:t>
            </a:fld>
            <a:endParaRPr lang="en-US"/>
          </a:p>
        </p:txBody>
      </p:sp>
    </p:spTree>
    <p:extLst>
      <p:ext uri="{BB962C8B-B14F-4D97-AF65-F5344CB8AC3E}">
        <p14:creationId xmlns:p14="http://schemas.microsoft.com/office/powerpoint/2010/main" val="1328030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96451B1-F1C2-C342-9482-CA419A1AF9E0}" type="slidenum">
              <a:rPr lang="en-US" smtClean="0"/>
              <a:t>4</a:t>
            </a:fld>
            <a:endParaRPr lang="en-US"/>
          </a:p>
        </p:txBody>
      </p:sp>
    </p:spTree>
    <p:extLst>
      <p:ext uri="{BB962C8B-B14F-4D97-AF65-F5344CB8AC3E}">
        <p14:creationId xmlns:p14="http://schemas.microsoft.com/office/powerpoint/2010/main" val="3120212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136C2-5C8F-210E-C119-C394C2286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3A9106-1588-2C5E-AD25-B219E78BF4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79EF26-1894-2AB3-0D9E-8CA6B791674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286C914-B9DF-E8CA-8FA9-F5CB033C9F16}"/>
              </a:ext>
            </a:extLst>
          </p:cNvPr>
          <p:cNvSpPr>
            <a:spLocks noGrp="1"/>
          </p:cNvSpPr>
          <p:nvPr>
            <p:ph type="sldNum" sz="quarter" idx="5"/>
          </p:nvPr>
        </p:nvSpPr>
        <p:spPr/>
        <p:txBody>
          <a:bodyPr/>
          <a:lstStyle/>
          <a:p>
            <a:fld id="{D96451B1-F1C2-C342-9482-CA419A1AF9E0}" type="slidenum">
              <a:rPr lang="en-US" smtClean="0"/>
              <a:t>5</a:t>
            </a:fld>
            <a:endParaRPr lang="en-US"/>
          </a:p>
        </p:txBody>
      </p:sp>
    </p:spTree>
    <p:extLst>
      <p:ext uri="{BB962C8B-B14F-4D97-AF65-F5344CB8AC3E}">
        <p14:creationId xmlns:p14="http://schemas.microsoft.com/office/powerpoint/2010/main" val="18303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2BC5A-FF61-3C4F-9059-F1ED59C5AD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D7A6C1-7591-4770-2C1A-AEFDE88E9E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EF5708-836F-D6DB-7694-FF79C9F3AD60}"/>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06874EB-6210-1B6A-F03A-2370C8BEE4E8}"/>
              </a:ext>
            </a:extLst>
          </p:cNvPr>
          <p:cNvSpPr>
            <a:spLocks noGrp="1"/>
          </p:cNvSpPr>
          <p:nvPr>
            <p:ph type="sldNum" sz="quarter" idx="5"/>
          </p:nvPr>
        </p:nvSpPr>
        <p:spPr/>
        <p:txBody>
          <a:bodyPr/>
          <a:lstStyle/>
          <a:p>
            <a:fld id="{D96451B1-F1C2-C342-9482-CA419A1AF9E0}" type="slidenum">
              <a:rPr lang="en-US" smtClean="0"/>
              <a:t>7</a:t>
            </a:fld>
            <a:endParaRPr lang="en-US"/>
          </a:p>
        </p:txBody>
      </p:sp>
    </p:spTree>
    <p:extLst>
      <p:ext uri="{BB962C8B-B14F-4D97-AF65-F5344CB8AC3E}">
        <p14:creationId xmlns:p14="http://schemas.microsoft.com/office/powerpoint/2010/main" val="1837685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C453F-5BA8-0FC7-BBEC-025502104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89CF97-0099-7D36-A840-429CABC1C6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3B8E00-6A50-70F8-E50D-F96FBF3E317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778C1C98-B255-1D89-5F6A-CDF09C7B2EDE}"/>
              </a:ext>
            </a:extLst>
          </p:cNvPr>
          <p:cNvSpPr>
            <a:spLocks noGrp="1"/>
          </p:cNvSpPr>
          <p:nvPr>
            <p:ph type="sldNum" sz="quarter" idx="5"/>
          </p:nvPr>
        </p:nvSpPr>
        <p:spPr/>
        <p:txBody>
          <a:bodyPr/>
          <a:lstStyle/>
          <a:p>
            <a:fld id="{D96451B1-F1C2-C342-9482-CA419A1AF9E0}" type="slidenum">
              <a:rPr lang="en-US" smtClean="0"/>
              <a:t>8</a:t>
            </a:fld>
            <a:endParaRPr lang="en-US"/>
          </a:p>
        </p:txBody>
      </p:sp>
    </p:spTree>
    <p:extLst>
      <p:ext uri="{BB962C8B-B14F-4D97-AF65-F5344CB8AC3E}">
        <p14:creationId xmlns:p14="http://schemas.microsoft.com/office/powerpoint/2010/main" val="2687749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611-BEE7-95A6-A513-E955BFB1C8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E87479-FD82-E4C3-3011-59FD952370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1E510A-4E78-CCEC-E588-9F106DC65F4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08C1881-193E-82A5-B1C1-FEE97874CAEF}"/>
              </a:ext>
            </a:extLst>
          </p:cNvPr>
          <p:cNvSpPr>
            <a:spLocks noGrp="1"/>
          </p:cNvSpPr>
          <p:nvPr>
            <p:ph type="sldNum" sz="quarter" idx="5"/>
          </p:nvPr>
        </p:nvSpPr>
        <p:spPr/>
        <p:txBody>
          <a:bodyPr/>
          <a:lstStyle/>
          <a:p>
            <a:fld id="{D96451B1-F1C2-C342-9482-CA419A1AF9E0}" type="slidenum">
              <a:rPr lang="en-US" smtClean="0"/>
              <a:t>9</a:t>
            </a:fld>
            <a:endParaRPr lang="en-US"/>
          </a:p>
        </p:txBody>
      </p:sp>
    </p:spTree>
    <p:extLst>
      <p:ext uri="{BB962C8B-B14F-4D97-AF65-F5344CB8AC3E}">
        <p14:creationId xmlns:p14="http://schemas.microsoft.com/office/powerpoint/2010/main" val="2771934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78E29-64D5-C28C-D801-C07D66EF20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DBB7C7-4E33-232D-F468-BF1ABC09F6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78FF7F-FB1C-1DF3-C178-3869CC0036E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4AB4E93-F626-8E9B-D2EE-F38DAAFD6AC3}"/>
              </a:ext>
            </a:extLst>
          </p:cNvPr>
          <p:cNvSpPr>
            <a:spLocks noGrp="1"/>
          </p:cNvSpPr>
          <p:nvPr>
            <p:ph type="sldNum" sz="quarter" idx="5"/>
          </p:nvPr>
        </p:nvSpPr>
        <p:spPr/>
        <p:txBody>
          <a:bodyPr/>
          <a:lstStyle/>
          <a:p>
            <a:fld id="{D96451B1-F1C2-C342-9482-CA419A1AF9E0}" type="slidenum">
              <a:rPr lang="en-US" smtClean="0"/>
              <a:t>10</a:t>
            </a:fld>
            <a:endParaRPr lang="en-US"/>
          </a:p>
        </p:txBody>
      </p:sp>
    </p:spTree>
    <p:extLst>
      <p:ext uri="{BB962C8B-B14F-4D97-AF65-F5344CB8AC3E}">
        <p14:creationId xmlns:p14="http://schemas.microsoft.com/office/powerpoint/2010/main" val="1995264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FC6AD-F869-C222-3021-7496247808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CC9A05-0D5D-50BD-AD39-03542167D7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2E2ADC-9870-1982-8575-24CE4600DE2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7E9AB03B-EE39-D10A-61BA-5D7E54249E7D}"/>
              </a:ext>
            </a:extLst>
          </p:cNvPr>
          <p:cNvSpPr>
            <a:spLocks noGrp="1"/>
          </p:cNvSpPr>
          <p:nvPr>
            <p:ph type="sldNum" sz="quarter" idx="5"/>
          </p:nvPr>
        </p:nvSpPr>
        <p:spPr/>
        <p:txBody>
          <a:bodyPr/>
          <a:lstStyle/>
          <a:p>
            <a:fld id="{D96451B1-F1C2-C342-9482-CA419A1AF9E0}" type="slidenum">
              <a:rPr lang="en-US" smtClean="0"/>
              <a:t>11</a:t>
            </a:fld>
            <a:endParaRPr lang="en-US"/>
          </a:p>
        </p:txBody>
      </p:sp>
    </p:spTree>
    <p:extLst>
      <p:ext uri="{BB962C8B-B14F-4D97-AF65-F5344CB8AC3E}">
        <p14:creationId xmlns:p14="http://schemas.microsoft.com/office/powerpoint/2010/main" val="1856700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00C8F-8C5D-52BD-7B58-3C2DE1FF39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C2D8A3-3ABF-C02D-0284-F5D7D74938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22CA90-7939-C538-5D2E-767118B001F8}"/>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1F7C414-3532-58E1-1478-2168459E7D1D}"/>
              </a:ext>
            </a:extLst>
          </p:cNvPr>
          <p:cNvSpPr>
            <a:spLocks noGrp="1"/>
          </p:cNvSpPr>
          <p:nvPr>
            <p:ph type="sldNum" sz="quarter" idx="5"/>
          </p:nvPr>
        </p:nvSpPr>
        <p:spPr/>
        <p:txBody>
          <a:bodyPr/>
          <a:lstStyle/>
          <a:p>
            <a:fld id="{D96451B1-F1C2-C342-9482-CA419A1AF9E0}" type="slidenum">
              <a:rPr lang="en-US" smtClean="0"/>
              <a:t>12</a:t>
            </a:fld>
            <a:endParaRPr lang="en-US"/>
          </a:p>
        </p:txBody>
      </p:sp>
    </p:spTree>
    <p:extLst>
      <p:ext uri="{BB962C8B-B14F-4D97-AF65-F5344CB8AC3E}">
        <p14:creationId xmlns:p14="http://schemas.microsoft.com/office/powerpoint/2010/main" val="4219006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hyperlink" Target="mailto:first.last@sydney.edu.au" TargetMode="External"/><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526C391-EC2F-854E-3FAC-8EDA85399D7C}"/>
              </a:ext>
            </a:extLst>
          </p:cNvPr>
          <p:cNvSpPr>
            <a:spLocks noGrp="1"/>
          </p:cNvSpPr>
          <p:nvPr>
            <p:ph type="body" sz="quarter" idx="13" hasCustomPrompt="1"/>
          </p:nvPr>
        </p:nvSpPr>
        <p:spPr>
          <a:xfrm>
            <a:off x="562033" y="574675"/>
            <a:ext cx="5533967" cy="1066800"/>
          </a:xfrm>
          <a:prstGeom prst="rect">
            <a:avLst/>
          </a:prstGeom>
        </p:spPr>
        <p:txBody>
          <a:bodyPr lIns="0" tIns="0" rIns="0" bIns="0"/>
          <a:lstStyle>
            <a:lvl1pPr marL="0" indent="0">
              <a:buFontTx/>
              <a:buNone/>
              <a:defRPr sz="2800">
                <a:solidFill>
                  <a:schemeClr val="tx1"/>
                </a:solidFill>
              </a:defRPr>
            </a:lvl1pPr>
          </a:lstStyle>
          <a:p>
            <a:r>
              <a:rPr lang="en-GB"/>
              <a:t>Heading sits here</a:t>
            </a:r>
          </a:p>
          <a:p>
            <a:r>
              <a:rPr lang="en-GB"/>
              <a:t>1-2 lines of copy 28pt</a:t>
            </a:r>
            <a:endParaRPr lang="en-US"/>
          </a:p>
        </p:txBody>
      </p:sp>
      <p:sp>
        <p:nvSpPr>
          <p:cNvPr id="7" name="Text Placeholder 2">
            <a:extLst>
              <a:ext uri="{FF2B5EF4-FFF2-40B4-BE49-F238E27FC236}">
                <a16:creationId xmlns:a16="http://schemas.microsoft.com/office/drawing/2014/main" id="{9EC1A71F-2256-88FB-1073-78B7D8E702C3}"/>
              </a:ext>
            </a:extLst>
          </p:cNvPr>
          <p:cNvSpPr>
            <a:spLocks noGrp="1"/>
          </p:cNvSpPr>
          <p:nvPr>
            <p:ph type="body" sz="quarter" idx="16" hasCustomPrompt="1"/>
          </p:nvPr>
        </p:nvSpPr>
        <p:spPr>
          <a:xfrm>
            <a:off x="571500" y="1812923"/>
            <a:ext cx="5533967" cy="1066800"/>
          </a:xfrm>
          <a:prstGeom prst="rect">
            <a:avLst/>
          </a:prstGeom>
        </p:spPr>
        <p:txBody>
          <a:bodyPr lIns="0" tIns="0" rIns="0" bIns="0"/>
          <a:lstStyle>
            <a:lvl1pPr marL="0" indent="0">
              <a:buFontTx/>
              <a:buNone/>
              <a:defRPr sz="2800" b="0" i="1">
                <a:solidFill>
                  <a:schemeClr val="tx1"/>
                </a:solidFill>
                <a:latin typeface="Times" pitchFamily="2" charset="0"/>
              </a:defRPr>
            </a:lvl1pPr>
          </a:lstStyle>
          <a:p>
            <a:r>
              <a:rPr lang="en-GB"/>
              <a:t>Presentation subheading </a:t>
            </a:r>
            <a:br>
              <a:rPr lang="en-GB"/>
            </a:br>
            <a:r>
              <a:rPr lang="en-GB"/>
              <a:t>can go over 2 lines 28pt</a:t>
            </a:r>
            <a:endParaRPr lang="en-US"/>
          </a:p>
        </p:txBody>
      </p:sp>
      <p:sp>
        <p:nvSpPr>
          <p:cNvPr id="6" name="Text Placeholder 3">
            <a:extLst>
              <a:ext uri="{FF2B5EF4-FFF2-40B4-BE49-F238E27FC236}">
                <a16:creationId xmlns:a16="http://schemas.microsoft.com/office/drawing/2014/main" id="{EA5ABDE1-C8DD-9C86-C1BA-029E99357DDA}"/>
              </a:ext>
            </a:extLst>
          </p:cNvPr>
          <p:cNvSpPr>
            <a:spLocks noGrp="1"/>
          </p:cNvSpPr>
          <p:nvPr>
            <p:ph type="body" sz="quarter" idx="15" hasCustomPrompt="1"/>
          </p:nvPr>
        </p:nvSpPr>
        <p:spPr>
          <a:xfrm>
            <a:off x="562033" y="3108324"/>
            <a:ext cx="5533967" cy="606425"/>
          </a:xfrm>
          <a:prstGeom prst="rect">
            <a:avLst/>
          </a:prstGeom>
        </p:spPr>
        <p:txBody>
          <a:bodyPr lIns="0" tIns="0" rIns="0" bIns="0"/>
          <a:lstStyle>
            <a:lvl1pPr marL="0" indent="0">
              <a:buFontTx/>
              <a:buNone/>
              <a:defRPr sz="1400">
                <a:solidFill>
                  <a:schemeClr val="tx1"/>
                </a:solidFill>
              </a:defRPr>
            </a:lvl1pPr>
          </a:lstStyle>
          <a:p>
            <a:r>
              <a:rPr lang="en-GB"/>
              <a:t>Presented by 14pt</a:t>
            </a:r>
            <a:endParaRPr lang="en-US"/>
          </a:p>
        </p:txBody>
      </p:sp>
      <p:sp>
        <p:nvSpPr>
          <p:cNvPr id="8" name="TextBox 7">
            <a:extLst>
              <a:ext uri="{FF2B5EF4-FFF2-40B4-BE49-F238E27FC236}">
                <a16:creationId xmlns:a16="http://schemas.microsoft.com/office/drawing/2014/main" id="{262845E8-E21B-1585-9AF6-BBB77FE87561}"/>
              </a:ext>
            </a:extLst>
          </p:cNvPr>
          <p:cNvSpPr txBox="1"/>
          <p:nvPr userDrawn="1"/>
        </p:nvSpPr>
        <p:spPr>
          <a:xfrm rot="16200000">
            <a:off x="7940202" y="3646041"/>
            <a:ext cx="1830263" cy="169277"/>
          </a:xfrm>
          <a:prstGeom prst="rect">
            <a:avLst/>
          </a:prstGeom>
          <a:noFill/>
        </p:spPr>
        <p:txBody>
          <a:bodyPr wrap="square" rtlCol="0">
            <a:spAutoFit/>
          </a:bodyPr>
          <a:lstStyle/>
          <a:p>
            <a:r>
              <a:rPr lang="en-US" sz="500"/>
              <a:t>CRICOS 00026A    TEQSA PRV12057</a:t>
            </a:r>
          </a:p>
        </p:txBody>
      </p:sp>
      <p:sp>
        <p:nvSpPr>
          <p:cNvPr id="34" name="Text Placeholder 4">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4724400" y="4204920"/>
            <a:ext cx="3502275" cy="414686"/>
          </a:xfrm>
          <a:prstGeom prst="rect">
            <a:avLst/>
          </a:prstGeom>
        </p:spPr>
        <p:txBody>
          <a:bodyPr anchor="b" anchorCtr="0"/>
          <a:lstStyle>
            <a:lvl1pPr marL="0" indent="0" algn="r">
              <a:buNone/>
              <a:defRPr sz="1400" b="1">
                <a:solidFill>
                  <a:schemeClr val="tx1"/>
                </a:solidFill>
              </a:defRPr>
            </a:lvl1pPr>
          </a:lstStyle>
          <a:p>
            <a:pPr lvl="0"/>
            <a:r>
              <a:rPr lang="en-GB" err="1"/>
              <a:t>sydney.edu.au</a:t>
            </a:r>
            <a:r>
              <a:rPr lang="en-GB"/>
              <a:t>/</a:t>
            </a:r>
            <a:r>
              <a:rPr lang="en-GB" err="1"/>
              <a:t>xxxxx</a:t>
            </a:r>
            <a:endParaRPr lang="en-US"/>
          </a:p>
        </p:txBody>
      </p:sp>
      <p:pic>
        <p:nvPicPr>
          <p:cNvPr id="2" name="Graphic 1">
            <a:extLst>
              <a:ext uri="{FF2B5EF4-FFF2-40B4-BE49-F238E27FC236}">
                <a16:creationId xmlns:a16="http://schemas.microsoft.com/office/drawing/2014/main" id="{7911BDAC-8640-232C-8AA9-58B28238EFB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28600" y="3986813"/>
            <a:ext cx="4572000" cy="850900"/>
          </a:xfrm>
          <a:prstGeom prst="rect">
            <a:avLst/>
          </a:prstGeom>
        </p:spPr>
      </p:pic>
    </p:spTree>
    <p:extLst>
      <p:ext uri="{BB962C8B-B14F-4D97-AF65-F5344CB8AC3E}">
        <p14:creationId xmlns:p14="http://schemas.microsoft.com/office/powerpoint/2010/main" val="399689850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accent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A7B6FB2-6FB1-E8EE-71E2-F3031BBC4CFE}"/>
              </a:ext>
            </a:extLst>
          </p:cNvPr>
          <p:cNvSpPr>
            <a:spLocks noGrp="1"/>
          </p:cNvSpPr>
          <p:nvPr>
            <p:ph type="body" sz="quarter" idx="13" hasCustomPrompt="1"/>
          </p:nvPr>
        </p:nvSpPr>
        <p:spPr>
          <a:xfrm>
            <a:off x="562033" y="574675"/>
            <a:ext cx="5533967" cy="1066800"/>
          </a:xfrm>
          <a:prstGeom prst="rect">
            <a:avLst/>
          </a:prstGeom>
        </p:spPr>
        <p:txBody>
          <a:bodyPr lIns="0" tIns="0" rIns="0" bIns="0"/>
          <a:lstStyle>
            <a:lvl1pPr marL="0" indent="0">
              <a:buFontTx/>
              <a:buNone/>
              <a:defRPr sz="2800">
                <a:solidFill>
                  <a:schemeClr val="tx1"/>
                </a:solidFill>
              </a:defRPr>
            </a:lvl1pPr>
          </a:lstStyle>
          <a:p>
            <a:r>
              <a:rPr lang="en-GB"/>
              <a:t>Heading sits here</a:t>
            </a:r>
          </a:p>
          <a:p>
            <a:r>
              <a:rPr lang="en-GB"/>
              <a:t>1-2 lines of copy 28pt</a:t>
            </a:r>
            <a:endParaRPr lang="en-US"/>
          </a:p>
        </p:txBody>
      </p:sp>
      <p:sp>
        <p:nvSpPr>
          <p:cNvPr id="7" name="Text Placeholder 2">
            <a:extLst>
              <a:ext uri="{FF2B5EF4-FFF2-40B4-BE49-F238E27FC236}">
                <a16:creationId xmlns:a16="http://schemas.microsoft.com/office/drawing/2014/main" id="{C73DE4E7-C9AA-0998-373D-DCFBF8D610D2}"/>
              </a:ext>
            </a:extLst>
          </p:cNvPr>
          <p:cNvSpPr>
            <a:spLocks noGrp="1"/>
          </p:cNvSpPr>
          <p:nvPr>
            <p:ph type="body" sz="quarter" idx="15" hasCustomPrompt="1"/>
          </p:nvPr>
        </p:nvSpPr>
        <p:spPr>
          <a:xfrm>
            <a:off x="562033" y="1813272"/>
            <a:ext cx="5533967" cy="1901478"/>
          </a:xfrm>
          <a:prstGeom prst="rect">
            <a:avLst/>
          </a:prstGeom>
        </p:spPr>
        <p:txBody>
          <a:bodyPr lIns="0" tIns="0" rIns="0" bIns="0"/>
          <a:lstStyle>
            <a:lvl1pPr marL="0" indent="0">
              <a:buFontTx/>
              <a:buNone/>
              <a:defRPr sz="1400">
                <a:solidFill>
                  <a:schemeClr val="tx1"/>
                </a:solidFill>
              </a:defRPr>
            </a:lvl1pPr>
          </a:lstStyle>
          <a:p>
            <a:r>
              <a:rPr lang="en-GB"/>
              <a:t>Presented by 14pt</a:t>
            </a:r>
            <a:endParaRPr lang="en-US"/>
          </a:p>
        </p:txBody>
      </p:sp>
      <p:sp>
        <p:nvSpPr>
          <p:cNvPr id="34" name="Text Placeholder 3">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4724400" y="4204920"/>
            <a:ext cx="3502275" cy="414686"/>
          </a:xfrm>
          <a:prstGeom prst="rect">
            <a:avLst/>
          </a:prstGeom>
        </p:spPr>
        <p:txBody>
          <a:bodyPr anchor="b" anchorCtr="0"/>
          <a:lstStyle>
            <a:lvl1pPr marL="0" indent="0" algn="r">
              <a:buNone/>
              <a:defRPr sz="1400" b="1">
                <a:solidFill>
                  <a:schemeClr val="tx1"/>
                </a:solidFill>
              </a:defRPr>
            </a:lvl1pPr>
          </a:lstStyle>
          <a:p>
            <a:pPr lvl="0"/>
            <a:r>
              <a:rPr lang="en-GB" err="1"/>
              <a:t>sydney.edu.au</a:t>
            </a:r>
            <a:r>
              <a:rPr lang="en-GB"/>
              <a:t>/</a:t>
            </a:r>
            <a:r>
              <a:rPr lang="en-GB" err="1"/>
              <a:t>xxxxx</a:t>
            </a:r>
            <a:endParaRPr lang="en-US"/>
          </a:p>
        </p:txBody>
      </p:sp>
      <p:sp>
        <p:nvSpPr>
          <p:cNvPr id="2" name="Text Placeholder 5">
            <a:extLst>
              <a:ext uri="{FF2B5EF4-FFF2-40B4-BE49-F238E27FC236}">
                <a16:creationId xmlns:a16="http://schemas.microsoft.com/office/drawing/2014/main" id="{BD0328F7-E70B-70FE-8296-A6A9465B3C0D}"/>
              </a:ext>
            </a:extLst>
          </p:cNvPr>
          <p:cNvSpPr txBox="1"/>
          <p:nvPr userDrawn="1"/>
        </p:nvSpPr>
        <p:spPr>
          <a:xfrm rot="16200000">
            <a:off x="7940202" y="3646041"/>
            <a:ext cx="1830263" cy="169277"/>
          </a:xfrm>
          <a:prstGeom prst="rect">
            <a:avLst/>
          </a:prstGeom>
          <a:noFill/>
        </p:spPr>
        <p:txBody>
          <a:bodyPr wrap="square" rtlCol="0">
            <a:spAutoFit/>
          </a:bodyPr>
          <a:lstStyle/>
          <a:p>
            <a:r>
              <a:rPr lang="en-US" sz="500"/>
              <a:t>CRICOS 00026A    TEQSA PRV12057</a:t>
            </a:r>
          </a:p>
        </p:txBody>
      </p:sp>
      <p:pic>
        <p:nvPicPr>
          <p:cNvPr id="5" name="Graphic 4">
            <a:extLst>
              <a:ext uri="{FF2B5EF4-FFF2-40B4-BE49-F238E27FC236}">
                <a16:creationId xmlns:a16="http://schemas.microsoft.com/office/drawing/2014/main" id="{757C8522-1D1F-6885-6C75-3131D1B98D1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4800" y="3943350"/>
            <a:ext cx="4572000" cy="850900"/>
          </a:xfrm>
          <a:prstGeom prst="rect">
            <a:avLst/>
          </a:prstGeom>
        </p:spPr>
      </p:pic>
    </p:spTree>
    <p:extLst>
      <p:ext uri="{BB962C8B-B14F-4D97-AF65-F5344CB8AC3E}">
        <p14:creationId xmlns:p14="http://schemas.microsoft.com/office/powerpoint/2010/main" val="161395443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1">
    <p:bg>
      <p:bgRef idx="1001">
        <a:schemeClr val="bg1"/>
      </p:bgRef>
    </p:bg>
    <p:spTree>
      <p:nvGrpSpPr>
        <p:cNvPr id="1" name=""/>
        <p:cNvGrpSpPr/>
        <p:nvPr/>
      </p:nvGrpSpPr>
      <p:grpSpPr>
        <a:xfrm>
          <a:off x="0" y="0"/>
          <a:ext cx="0" cy="0"/>
          <a:chOff x="0" y="0"/>
          <a:chExt cx="0" cy="0"/>
        </a:xfrm>
      </p:grpSpPr>
      <p:pic>
        <p:nvPicPr>
          <p:cNvPr id="8" name="object 7">
            <a:extLst>
              <a:ext uri="{FF2B5EF4-FFF2-40B4-BE49-F238E27FC236}">
                <a16:creationId xmlns:a16="http://schemas.microsoft.com/office/drawing/2014/main" id="{5682CEC0-2F2F-E2FD-4FDE-2AF1F4D1AE55}"/>
              </a:ext>
              <a:ext uri="{C183D7F6-B498-43B3-948B-1728B52AA6E4}">
                <adec:decorative xmlns:adec="http://schemas.microsoft.com/office/drawing/2017/decorative" val="1"/>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11310" y="0"/>
            <a:ext cx="9155310" cy="5143500"/>
          </a:xfrm>
          <a:prstGeom prst="rect">
            <a:avLst/>
          </a:prstGeom>
        </p:spPr>
      </p:pic>
      <p:sp>
        <p:nvSpPr>
          <p:cNvPr id="3" name="object 6">
            <a:extLst>
              <a:ext uri="{FF2B5EF4-FFF2-40B4-BE49-F238E27FC236}">
                <a16:creationId xmlns:a16="http://schemas.microsoft.com/office/drawing/2014/main" id="{663CD1C2-E224-8DF3-9A0D-E3EFD27C13FF}"/>
              </a:ext>
              <a:ext uri="{C183D7F6-B498-43B3-948B-1728B52AA6E4}">
                <adec:decorative xmlns:adec="http://schemas.microsoft.com/office/drawing/2017/decorative" val="1"/>
              </a:ext>
            </a:extLst>
          </p:cNvPr>
          <p:cNvSpPr/>
          <p:nvPr userDrawn="1"/>
        </p:nvSpPr>
        <p:spPr>
          <a:xfrm>
            <a:off x="0" y="571500"/>
            <a:ext cx="4572000" cy="4000500"/>
          </a:xfrm>
          <a:custGeom>
            <a:avLst/>
            <a:gdLst/>
            <a:ahLst/>
            <a:cxnLst/>
            <a:rect l="l" t="t" r="r" b="b"/>
            <a:pathLst>
              <a:path w="4572000" h="4000500">
                <a:moveTo>
                  <a:pt x="4572000" y="0"/>
                </a:moveTo>
                <a:lnTo>
                  <a:pt x="0" y="0"/>
                </a:lnTo>
                <a:lnTo>
                  <a:pt x="0" y="4000500"/>
                </a:lnTo>
                <a:lnTo>
                  <a:pt x="4572000" y="4000500"/>
                </a:lnTo>
                <a:lnTo>
                  <a:pt x="4572000" y="0"/>
                </a:lnTo>
                <a:close/>
              </a:path>
            </a:pathLst>
          </a:custGeom>
          <a:solidFill>
            <a:schemeClr val="accent1"/>
          </a:solidFill>
        </p:spPr>
        <p:txBody>
          <a:bodyPr wrap="square" lIns="0" tIns="0" rIns="0" bIns="0" rtlCol="0"/>
          <a:lstStyle/>
          <a:p>
            <a:endParaRPr>
              <a:solidFill>
                <a:schemeClr val="tx1"/>
              </a:solidFill>
            </a:endParaRPr>
          </a:p>
        </p:txBody>
      </p:sp>
      <p:sp>
        <p:nvSpPr>
          <p:cNvPr id="20" name="Title 1">
            <a:extLst>
              <a:ext uri="{FF2B5EF4-FFF2-40B4-BE49-F238E27FC236}">
                <a16:creationId xmlns:a16="http://schemas.microsoft.com/office/drawing/2014/main" id="{DEC0E1D8-33A4-65CC-8895-783ED3E74183}"/>
              </a:ext>
            </a:extLst>
          </p:cNvPr>
          <p:cNvSpPr>
            <a:spLocks noGrp="1"/>
          </p:cNvSpPr>
          <p:nvPr>
            <p:ph type="title" hasCustomPrompt="1"/>
          </p:nvPr>
        </p:nvSpPr>
        <p:spPr>
          <a:xfrm>
            <a:off x="468137" y="937577"/>
            <a:ext cx="3966985" cy="946577"/>
          </a:xfrm>
          <a:prstGeom prst="rect">
            <a:avLst/>
          </a:prstGeom>
        </p:spPr>
        <p:txBody>
          <a:bodyPr/>
          <a:lstStyle>
            <a:lvl1pPr>
              <a:defRPr sz="2800">
                <a:solidFill>
                  <a:schemeClr val="tx1"/>
                </a:solidFill>
              </a:defRPr>
            </a:lvl1pPr>
          </a:lstStyle>
          <a:p>
            <a:r>
              <a:rPr lang="en-GB"/>
              <a:t>Heading sits here 28pt</a:t>
            </a:r>
            <a:endParaRPr lang="en-US"/>
          </a:p>
        </p:txBody>
      </p:sp>
      <p:sp>
        <p:nvSpPr>
          <p:cNvPr id="23" name="Text Placeholder 2">
            <a:extLst>
              <a:ext uri="{FF2B5EF4-FFF2-40B4-BE49-F238E27FC236}">
                <a16:creationId xmlns:a16="http://schemas.microsoft.com/office/drawing/2014/main" id="{C9C36DF5-DD75-D71F-723C-8EF6CC84B88A}"/>
              </a:ext>
            </a:extLst>
          </p:cNvPr>
          <p:cNvSpPr>
            <a:spLocks noGrp="1"/>
          </p:cNvSpPr>
          <p:nvPr>
            <p:ph type="body" sz="quarter" idx="14" hasCustomPrompt="1"/>
          </p:nvPr>
        </p:nvSpPr>
        <p:spPr>
          <a:xfrm>
            <a:off x="457627" y="1981961"/>
            <a:ext cx="3966984" cy="753789"/>
          </a:xfrm>
          <a:prstGeom prst="rect">
            <a:avLst/>
          </a:prstGeom>
        </p:spPr>
        <p:txBody>
          <a:bodyPr/>
          <a:lstStyle>
            <a:lvl1pPr marL="0" indent="0">
              <a:buNone/>
              <a:defRPr sz="1400">
                <a:solidFill>
                  <a:schemeClr val="tx1"/>
                </a:solidFill>
              </a:defRPr>
            </a:lvl1pPr>
            <a:lvl2pPr>
              <a:defRPr sz="1400"/>
            </a:lvl2pPr>
            <a:lvl3pPr>
              <a:defRPr sz="1400"/>
            </a:lvl3pPr>
            <a:lvl4pPr>
              <a:defRPr sz="1400"/>
            </a:lvl4pPr>
            <a:lvl5pPr>
              <a:defRPr sz="1400"/>
            </a:lvl5pPr>
          </a:lstStyle>
          <a:p>
            <a:pPr marL="12700" marR="5080">
              <a:lnSpc>
                <a:spcPct val="100000"/>
              </a:lnSpc>
              <a:spcBef>
                <a:spcPts val="100"/>
              </a:spcBef>
            </a:pPr>
            <a:r>
              <a:rPr lang="en-AU" sz="1400">
                <a:latin typeface="Arial"/>
                <a:cs typeface="Arial"/>
              </a:rPr>
              <a:t>Intro</a:t>
            </a:r>
            <a:r>
              <a:rPr lang="en-AU" sz="1400" spc="-20">
                <a:latin typeface="Arial"/>
                <a:cs typeface="Arial"/>
              </a:rPr>
              <a:t> </a:t>
            </a:r>
            <a:r>
              <a:rPr lang="en-AU" sz="1400">
                <a:latin typeface="Arial"/>
                <a:cs typeface="Arial"/>
              </a:rPr>
              <a:t>text</a:t>
            </a:r>
            <a:r>
              <a:rPr lang="en-AU" sz="1400" spc="-5">
                <a:latin typeface="Arial"/>
                <a:cs typeface="Arial"/>
              </a:rPr>
              <a:t> </a:t>
            </a:r>
            <a:r>
              <a:rPr lang="en-AU" sz="1400">
                <a:latin typeface="Arial"/>
                <a:cs typeface="Arial"/>
              </a:rPr>
              <a:t>14pt,</a:t>
            </a:r>
            <a:r>
              <a:rPr lang="en-AU" sz="1400" spc="-15">
                <a:latin typeface="Arial"/>
                <a:cs typeface="Arial"/>
              </a:rPr>
              <a:t> </a:t>
            </a:r>
            <a:r>
              <a:rPr lang="en-AU" sz="1400">
                <a:latin typeface="Arial"/>
                <a:cs typeface="Arial"/>
              </a:rPr>
              <a:t>to</a:t>
            </a:r>
            <a:r>
              <a:rPr lang="en-AU" sz="1400" spc="-5">
                <a:latin typeface="Arial"/>
                <a:cs typeface="Arial"/>
              </a:rPr>
              <a:t> </a:t>
            </a:r>
            <a:r>
              <a:rPr lang="en-AU" sz="1400">
                <a:latin typeface="Arial"/>
                <a:cs typeface="Arial"/>
              </a:rPr>
              <a:t>sit</a:t>
            </a:r>
            <a:r>
              <a:rPr lang="en-AU" sz="1400" spc="-10">
                <a:latin typeface="Arial"/>
                <a:cs typeface="Arial"/>
              </a:rPr>
              <a:t> </a:t>
            </a:r>
            <a:r>
              <a:rPr lang="en-AU" sz="1400">
                <a:latin typeface="Arial"/>
                <a:cs typeface="Arial"/>
              </a:rPr>
              <a:t>here.</a:t>
            </a:r>
            <a:r>
              <a:rPr lang="en-AU" sz="1400" spc="-10">
                <a:latin typeface="Arial"/>
                <a:cs typeface="Arial"/>
              </a:rPr>
              <a:t> </a:t>
            </a:r>
            <a:br>
              <a:rPr lang="en-AU" sz="1400" spc="-10">
                <a:latin typeface="Arial"/>
                <a:cs typeface="Arial"/>
              </a:rPr>
            </a:br>
            <a:r>
              <a:rPr lang="en-AU" sz="1400">
                <a:latin typeface="Arial"/>
                <a:cs typeface="Arial"/>
              </a:rPr>
              <a:t>2–3</a:t>
            </a:r>
            <a:r>
              <a:rPr lang="en-AU" sz="1400" spc="-10">
                <a:latin typeface="Arial"/>
                <a:cs typeface="Arial"/>
              </a:rPr>
              <a:t> lines </a:t>
            </a:r>
            <a:r>
              <a:rPr lang="en-AU" sz="1400">
                <a:latin typeface="Arial"/>
                <a:cs typeface="Arial"/>
              </a:rPr>
              <a:t>of</a:t>
            </a:r>
            <a:r>
              <a:rPr lang="en-AU" sz="1400" spc="-15">
                <a:latin typeface="Arial"/>
                <a:cs typeface="Arial"/>
              </a:rPr>
              <a:t> </a:t>
            </a:r>
            <a:r>
              <a:rPr lang="en-AU" sz="1400" spc="-25">
                <a:latin typeface="Arial"/>
                <a:cs typeface="Arial"/>
              </a:rPr>
              <a:t>copy.</a:t>
            </a:r>
            <a:r>
              <a:rPr lang="en-AU" sz="1400" spc="-80">
                <a:latin typeface="Arial"/>
                <a:cs typeface="Arial"/>
              </a:rPr>
              <a:t> </a:t>
            </a:r>
            <a:r>
              <a:rPr lang="en-AU" sz="1400">
                <a:latin typeface="Arial"/>
                <a:cs typeface="Arial"/>
              </a:rPr>
              <a:t>Am </a:t>
            </a:r>
            <a:r>
              <a:rPr lang="en-AU" sz="1400" err="1">
                <a:latin typeface="Arial"/>
                <a:cs typeface="Arial"/>
              </a:rPr>
              <a:t>quo’xnkaln</a:t>
            </a:r>
            <a:r>
              <a:rPr lang="en-AU" sz="1400" spc="-10">
                <a:latin typeface="Arial"/>
                <a:cs typeface="Arial"/>
              </a:rPr>
              <a:t> </a:t>
            </a:r>
            <a:r>
              <a:rPr lang="en-AU" sz="1400" err="1">
                <a:latin typeface="Arial"/>
                <a:cs typeface="Arial"/>
              </a:rPr>
              <a:t>ium</a:t>
            </a:r>
            <a:r>
              <a:rPr lang="en-AU" sz="1400" spc="-10">
                <a:latin typeface="Arial"/>
                <a:cs typeface="Arial"/>
              </a:rPr>
              <a:t> </a:t>
            </a:r>
            <a:r>
              <a:rPr lang="en-AU" sz="1400" err="1">
                <a:latin typeface="Arial"/>
                <a:cs typeface="Arial"/>
              </a:rPr>
              <a:t>aute</a:t>
            </a:r>
            <a:r>
              <a:rPr lang="en-AU" sz="1400" spc="-5">
                <a:latin typeface="Arial"/>
                <a:cs typeface="Arial"/>
              </a:rPr>
              <a:t> </a:t>
            </a:r>
            <a:r>
              <a:rPr lang="en-AU" sz="1400" spc="-10" err="1">
                <a:latin typeface="Arial"/>
                <a:cs typeface="Arial"/>
              </a:rPr>
              <a:t>fuidesteI</a:t>
            </a:r>
            <a:r>
              <a:rPr lang="en-AU" sz="1400" spc="-10">
                <a:latin typeface="Arial"/>
                <a:cs typeface="Arial"/>
              </a:rPr>
              <a:t> </a:t>
            </a:r>
            <a:r>
              <a:rPr lang="en-AU" sz="1400" err="1">
                <a:latin typeface="Arial"/>
                <a:cs typeface="Arial"/>
              </a:rPr>
              <a:t>eces</a:t>
            </a:r>
            <a:r>
              <a:rPr lang="en-AU" sz="1400">
                <a:latin typeface="Arial"/>
                <a:cs typeface="Arial"/>
              </a:rPr>
              <a:t>,</a:t>
            </a:r>
            <a:r>
              <a:rPr lang="en-AU" sz="1400" spc="-15">
                <a:latin typeface="Arial"/>
                <a:cs typeface="Arial"/>
              </a:rPr>
              <a:t> </a:t>
            </a:r>
            <a:r>
              <a:rPr lang="en-AU" sz="1400">
                <a:latin typeface="Arial"/>
                <a:cs typeface="Arial"/>
              </a:rPr>
              <a:t>Cas</a:t>
            </a:r>
            <a:r>
              <a:rPr lang="en-AU" sz="1400" spc="-15">
                <a:latin typeface="Arial"/>
                <a:cs typeface="Arial"/>
              </a:rPr>
              <a:t> </a:t>
            </a:r>
            <a:r>
              <a:rPr lang="en-AU" sz="1400" err="1">
                <a:latin typeface="Arial"/>
                <a:cs typeface="Arial"/>
              </a:rPr>
              <a:t>cus</a:t>
            </a:r>
            <a:r>
              <a:rPr lang="en-AU" sz="1400" spc="-10">
                <a:latin typeface="Arial"/>
                <a:cs typeface="Arial"/>
              </a:rPr>
              <a:t> </a:t>
            </a:r>
            <a:r>
              <a:rPr lang="en-AU" sz="1400" err="1">
                <a:latin typeface="Arial"/>
                <a:cs typeface="Arial"/>
              </a:rPr>
              <a:t>aus</a:t>
            </a:r>
            <a:r>
              <a:rPr lang="en-AU" sz="1400" spc="-15">
                <a:latin typeface="Arial"/>
                <a:cs typeface="Arial"/>
              </a:rPr>
              <a:t> </a:t>
            </a:r>
            <a:r>
              <a:rPr lang="en-AU" sz="1400" spc="-10" err="1">
                <a:latin typeface="Arial"/>
                <a:cs typeface="Arial"/>
              </a:rPr>
              <a:t>opubli</a:t>
            </a:r>
            <a:r>
              <a:rPr lang="en-AU" sz="1400" spc="-10">
                <a:latin typeface="Arial"/>
                <a:cs typeface="Arial"/>
              </a:rPr>
              <a:t>.</a:t>
            </a:r>
            <a:endParaRPr lang="en-AU" sz="1400">
              <a:latin typeface="Arial"/>
              <a:cs typeface="Arial"/>
            </a:endParaRPr>
          </a:p>
        </p:txBody>
      </p:sp>
      <p:sp>
        <p:nvSpPr>
          <p:cNvPr id="34" name="Text Placeholder 3">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468137" y="2787410"/>
            <a:ext cx="3502275" cy="414686"/>
          </a:xfrm>
          <a:prstGeom prst="rect">
            <a:avLst/>
          </a:prstGeom>
        </p:spPr>
        <p:txBody>
          <a:bodyPr anchor="b" anchorCtr="0"/>
          <a:lstStyle>
            <a:lvl1pPr marL="0" indent="0" algn="l">
              <a:buNone/>
              <a:defRPr sz="1400" b="1">
                <a:solidFill>
                  <a:schemeClr val="tx1"/>
                </a:solidFill>
              </a:defRPr>
            </a:lvl1pPr>
          </a:lstStyle>
          <a:p>
            <a:pPr lvl="0"/>
            <a:r>
              <a:rPr lang="en-GB" err="1"/>
              <a:t>sydney.edu.au</a:t>
            </a:r>
            <a:r>
              <a:rPr lang="en-GB"/>
              <a:t>/</a:t>
            </a:r>
            <a:r>
              <a:rPr lang="en-GB" err="1"/>
              <a:t>xxxxx</a:t>
            </a:r>
            <a:endParaRPr lang="en-US"/>
          </a:p>
        </p:txBody>
      </p:sp>
      <p:sp>
        <p:nvSpPr>
          <p:cNvPr id="2" name="TextBox 5">
            <a:extLst>
              <a:ext uri="{FF2B5EF4-FFF2-40B4-BE49-F238E27FC236}">
                <a16:creationId xmlns:a16="http://schemas.microsoft.com/office/drawing/2014/main" id="{CC6CB602-C08B-320B-4B19-B03FD0E5432F}"/>
              </a:ext>
            </a:extLst>
          </p:cNvPr>
          <p:cNvSpPr txBox="1"/>
          <p:nvPr userDrawn="1"/>
        </p:nvSpPr>
        <p:spPr>
          <a:xfrm rot="16200000">
            <a:off x="3535157" y="3553180"/>
            <a:ext cx="1830263" cy="169277"/>
          </a:xfrm>
          <a:prstGeom prst="rect">
            <a:avLst/>
          </a:prstGeom>
          <a:noFill/>
        </p:spPr>
        <p:txBody>
          <a:bodyPr wrap="square" rtlCol="0">
            <a:spAutoFit/>
          </a:bodyPr>
          <a:lstStyle/>
          <a:p>
            <a:r>
              <a:rPr lang="en-US" sz="500"/>
              <a:t>CRICOS 00026A    TEQSA PRV12057</a:t>
            </a:r>
          </a:p>
        </p:txBody>
      </p:sp>
      <p:pic>
        <p:nvPicPr>
          <p:cNvPr id="5" name="Graphic 4">
            <a:extLst>
              <a:ext uri="{FF2B5EF4-FFF2-40B4-BE49-F238E27FC236}">
                <a16:creationId xmlns:a16="http://schemas.microsoft.com/office/drawing/2014/main" id="{165406CF-7A89-E373-E12A-6D0F46DD3DA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04800" y="3496111"/>
            <a:ext cx="3989544" cy="742498"/>
          </a:xfrm>
          <a:prstGeom prst="rect">
            <a:avLst/>
          </a:prstGeom>
        </p:spPr>
      </p:pic>
    </p:spTree>
    <p:extLst>
      <p:ext uri="{BB962C8B-B14F-4D97-AF65-F5344CB8AC3E}">
        <p14:creationId xmlns:p14="http://schemas.microsoft.com/office/powerpoint/2010/main" val="300522325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image 1">
    <p:bg>
      <p:bgRef idx="1001">
        <a:schemeClr val="bg1"/>
      </p:bgRef>
    </p:bg>
    <p:spTree>
      <p:nvGrpSpPr>
        <p:cNvPr id="1" name=""/>
        <p:cNvGrpSpPr/>
        <p:nvPr/>
      </p:nvGrpSpPr>
      <p:grpSpPr>
        <a:xfrm>
          <a:off x="0" y="0"/>
          <a:ext cx="0" cy="0"/>
          <a:chOff x="0" y="0"/>
          <a:chExt cx="0" cy="0"/>
        </a:xfrm>
      </p:grpSpPr>
      <p:pic>
        <p:nvPicPr>
          <p:cNvPr id="4" name="object 6">
            <a:extLst>
              <a:ext uri="{FF2B5EF4-FFF2-40B4-BE49-F238E27FC236}">
                <a16:creationId xmlns:a16="http://schemas.microsoft.com/office/drawing/2014/main" id="{351BF546-A7D6-4DDD-D34D-2811CA1DFCD1}"/>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 name="object 6">
            <a:extLst>
              <a:ext uri="{FF2B5EF4-FFF2-40B4-BE49-F238E27FC236}">
                <a16:creationId xmlns:a16="http://schemas.microsoft.com/office/drawing/2014/main" id="{663CD1C2-E224-8DF3-9A0D-E3EFD27C13FF}"/>
              </a:ext>
              <a:ext uri="{C183D7F6-B498-43B3-948B-1728B52AA6E4}">
                <adec:decorative xmlns:adec="http://schemas.microsoft.com/office/drawing/2017/decorative" val="1"/>
              </a:ext>
            </a:extLst>
          </p:cNvPr>
          <p:cNvSpPr/>
          <p:nvPr userDrawn="1"/>
        </p:nvSpPr>
        <p:spPr>
          <a:xfrm>
            <a:off x="0" y="571500"/>
            <a:ext cx="4572000" cy="4000500"/>
          </a:xfrm>
          <a:custGeom>
            <a:avLst/>
            <a:gdLst/>
            <a:ahLst/>
            <a:cxnLst/>
            <a:rect l="l" t="t" r="r" b="b"/>
            <a:pathLst>
              <a:path w="4572000" h="4000500">
                <a:moveTo>
                  <a:pt x="4572000" y="0"/>
                </a:moveTo>
                <a:lnTo>
                  <a:pt x="0" y="0"/>
                </a:lnTo>
                <a:lnTo>
                  <a:pt x="0" y="4000500"/>
                </a:lnTo>
                <a:lnTo>
                  <a:pt x="4572000" y="4000500"/>
                </a:lnTo>
                <a:lnTo>
                  <a:pt x="4572000" y="0"/>
                </a:lnTo>
                <a:close/>
              </a:path>
            </a:pathLst>
          </a:custGeom>
          <a:solidFill>
            <a:schemeClr val="accent1"/>
          </a:solidFill>
        </p:spPr>
        <p:txBody>
          <a:bodyPr wrap="square" lIns="0" tIns="0" rIns="0" bIns="0" rtlCol="0"/>
          <a:lstStyle/>
          <a:p>
            <a:endParaRPr>
              <a:solidFill>
                <a:schemeClr val="tx1"/>
              </a:solidFill>
            </a:endParaRPr>
          </a:p>
        </p:txBody>
      </p:sp>
      <p:sp>
        <p:nvSpPr>
          <p:cNvPr id="20" name="Title 1">
            <a:extLst>
              <a:ext uri="{FF2B5EF4-FFF2-40B4-BE49-F238E27FC236}">
                <a16:creationId xmlns:a16="http://schemas.microsoft.com/office/drawing/2014/main" id="{DEC0E1D8-33A4-65CC-8895-783ED3E74183}"/>
              </a:ext>
            </a:extLst>
          </p:cNvPr>
          <p:cNvSpPr>
            <a:spLocks noGrp="1"/>
          </p:cNvSpPr>
          <p:nvPr>
            <p:ph type="title" hasCustomPrompt="1"/>
          </p:nvPr>
        </p:nvSpPr>
        <p:spPr>
          <a:xfrm>
            <a:off x="468137" y="937577"/>
            <a:ext cx="3966985" cy="946577"/>
          </a:xfrm>
          <a:prstGeom prst="rect">
            <a:avLst/>
          </a:prstGeom>
        </p:spPr>
        <p:txBody>
          <a:bodyPr/>
          <a:lstStyle>
            <a:lvl1pPr>
              <a:defRPr sz="2800">
                <a:solidFill>
                  <a:schemeClr val="tx1"/>
                </a:solidFill>
              </a:defRPr>
            </a:lvl1pPr>
          </a:lstStyle>
          <a:p>
            <a:r>
              <a:rPr lang="en-GB"/>
              <a:t>Heading sits here 28pt</a:t>
            </a:r>
            <a:endParaRPr lang="en-US"/>
          </a:p>
        </p:txBody>
      </p:sp>
      <p:sp>
        <p:nvSpPr>
          <p:cNvPr id="23" name="Text Placeholder 2">
            <a:extLst>
              <a:ext uri="{FF2B5EF4-FFF2-40B4-BE49-F238E27FC236}">
                <a16:creationId xmlns:a16="http://schemas.microsoft.com/office/drawing/2014/main" id="{C9C36DF5-DD75-D71F-723C-8EF6CC84B88A}"/>
              </a:ext>
            </a:extLst>
          </p:cNvPr>
          <p:cNvSpPr>
            <a:spLocks noGrp="1"/>
          </p:cNvSpPr>
          <p:nvPr>
            <p:ph type="body" sz="quarter" idx="14" hasCustomPrompt="1"/>
          </p:nvPr>
        </p:nvSpPr>
        <p:spPr>
          <a:xfrm>
            <a:off x="457627" y="1981961"/>
            <a:ext cx="3966984" cy="753789"/>
          </a:xfrm>
          <a:prstGeom prst="rect">
            <a:avLst/>
          </a:prstGeom>
        </p:spPr>
        <p:txBody>
          <a:bodyPr/>
          <a:lstStyle>
            <a:lvl1pPr marL="0" indent="0">
              <a:buNone/>
              <a:defRPr sz="1400">
                <a:solidFill>
                  <a:schemeClr val="tx1"/>
                </a:solidFill>
              </a:defRPr>
            </a:lvl1pPr>
            <a:lvl2pPr>
              <a:defRPr sz="1400"/>
            </a:lvl2pPr>
            <a:lvl3pPr>
              <a:defRPr sz="1400"/>
            </a:lvl3pPr>
            <a:lvl4pPr>
              <a:defRPr sz="1400"/>
            </a:lvl4pPr>
            <a:lvl5pPr>
              <a:defRPr sz="1400"/>
            </a:lvl5pPr>
          </a:lstStyle>
          <a:p>
            <a:pPr marL="12700" marR="5080">
              <a:lnSpc>
                <a:spcPct val="100000"/>
              </a:lnSpc>
              <a:spcBef>
                <a:spcPts val="100"/>
              </a:spcBef>
            </a:pPr>
            <a:r>
              <a:rPr lang="en-AU" sz="1400">
                <a:latin typeface="Arial"/>
                <a:cs typeface="Arial"/>
              </a:rPr>
              <a:t>Intro</a:t>
            </a:r>
            <a:r>
              <a:rPr lang="en-AU" sz="1400" spc="-20">
                <a:latin typeface="Arial"/>
                <a:cs typeface="Arial"/>
              </a:rPr>
              <a:t> </a:t>
            </a:r>
            <a:r>
              <a:rPr lang="en-AU" sz="1400">
                <a:latin typeface="Arial"/>
                <a:cs typeface="Arial"/>
              </a:rPr>
              <a:t>text</a:t>
            </a:r>
            <a:r>
              <a:rPr lang="en-AU" sz="1400" spc="-5">
                <a:latin typeface="Arial"/>
                <a:cs typeface="Arial"/>
              </a:rPr>
              <a:t> </a:t>
            </a:r>
            <a:r>
              <a:rPr lang="en-AU" sz="1400">
                <a:latin typeface="Arial"/>
                <a:cs typeface="Arial"/>
              </a:rPr>
              <a:t>14pt,</a:t>
            </a:r>
            <a:r>
              <a:rPr lang="en-AU" sz="1400" spc="-15">
                <a:latin typeface="Arial"/>
                <a:cs typeface="Arial"/>
              </a:rPr>
              <a:t> </a:t>
            </a:r>
            <a:r>
              <a:rPr lang="en-AU" sz="1400">
                <a:latin typeface="Arial"/>
                <a:cs typeface="Arial"/>
              </a:rPr>
              <a:t>to</a:t>
            </a:r>
            <a:r>
              <a:rPr lang="en-AU" sz="1400" spc="-5">
                <a:latin typeface="Arial"/>
                <a:cs typeface="Arial"/>
              </a:rPr>
              <a:t> </a:t>
            </a:r>
            <a:r>
              <a:rPr lang="en-AU" sz="1400">
                <a:latin typeface="Arial"/>
                <a:cs typeface="Arial"/>
              </a:rPr>
              <a:t>sit</a:t>
            </a:r>
            <a:r>
              <a:rPr lang="en-AU" sz="1400" spc="-10">
                <a:latin typeface="Arial"/>
                <a:cs typeface="Arial"/>
              </a:rPr>
              <a:t> </a:t>
            </a:r>
            <a:r>
              <a:rPr lang="en-AU" sz="1400">
                <a:latin typeface="Arial"/>
                <a:cs typeface="Arial"/>
              </a:rPr>
              <a:t>here.</a:t>
            </a:r>
            <a:r>
              <a:rPr lang="en-AU" sz="1400" spc="-10">
                <a:latin typeface="Arial"/>
                <a:cs typeface="Arial"/>
              </a:rPr>
              <a:t> </a:t>
            </a:r>
            <a:br>
              <a:rPr lang="en-AU" sz="1400" spc="-10">
                <a:latin typeface="Arial"/>
                <a:cs typeface="Arial"/>
              </a:rPr>
            </a:br>
            <a:r>
              <a:rPr lang="en-AU" sz="1400">
                <a:latin typeface="Arial"/>
                <a:cs typeface="Arial"/>
              </a:rPr>
              <a:t>2–3</a:t>
            </a:r>
            <a:r>
              <a:rPr lang="en-AU" sz="1400" spc="-10">
                <a:latin typeface="Arial"/>
                <a:cs typeface="Arial"/>
              </a:rPr>
              <a:t> lines </a:t>
            </a:r>
            <a:r>
              <a:rPr lang="en-AU" sz="1400">
                <a:latin typeface="Arial"/>
                <a:cs typeface="Arial"/>
              </a:rPr>
              <a:t>of</a:t>
            </a:r>
            <a:r>
              <a:rPr lang="en-AU" sz="1400" spc="-15">
                <a:latin typeface="Arial"/>
                <a:cs typeface="Arial"/>
              </a:rPr>
              <a:t> </a:t>
            </a:r>
            <a:r>
              <a:rPr lang="en-AU" sz="1400" spc="-25">
                <a:latin typeface="Arial"/>
                <a:cs typeface="Arial"/>
              </a:rPr>
              <a:t>copy.</a:t>
            </a:r>
            <a:r>
              <a:rPr lang="en-AU" sz="1400" spc="-80">
                <a:latin typeface="Arial"/>
                <a:cs typeface="Arial"/>
              </a:rPr>
              <a:t> </a:t>
            </a:r>
            <a:r>
              <a:rPr lang="en-AU" sz="1400">
                <a:latin typeface="Arial"/>
                <a:cs typeface="Arial"/>
              </a:rPr>
              <a:t>Am </a:t>
            </a:r>
            <a:r>
              <a:rPr lang="en-AU" sz="1400" err="1">
                <a:latin typeface="Arial"/>
                <a:cs typeface="Arial"/>
              </a:rPr>
              <a:t>quo’xnkaln</a:t>
            </a:r>
            <a:r>
              <a:rPr lang="en-AU" sz="1400" spc="-10">
                <a:latin typeface="Arial"/>
                <a:cs typeface="Arial"/>
              </a:rPr>
              <a:t> </a:t>
            </a:r>
            <a:r>
              <a:rPr lang="en-AU" sz="1400" err="1">
                <a:latin typeface="Arial"/>
                <a:cs typeface="Arial"/>
              </a:rPr>
              <a:t>ium</a:t>
            </a:r>
            <a:r>
              <a:rPr lang="en-AU" sz="1400" spc="-10">
                <a:latin typeface="Arial"/>
                <a:cs typeface="Arial"/>
              </a:rPr>
              <a:t> </a:t>
            </a:r>
            <a:r>
              <a:rPr lang="en-AU" sz="1400" err="1">
                <a:latin typeface="Arial"/>
                <a:cs typeface="Arial"/>
              </a:rPr>
              <a:t>aute</a:t>
            </a:r>
            <a:r>
              <a:rPr lang="en-AU" sz="1400" spc="-5">
                <a:latin typeface="Arial"/>
                <a:cs typeface="Arial"/>
              </a:rPr>
              <a:t> </a:t>
            </a:r>
            <a:r>
              <a:rPr lang="en-AU" sz="1400" spc="-10" err="1">
                <a:latin typeface="Arial"/>
                <a:cs typeface="Arial"/>
              </a:rPr>
              <a:t>fuidesteI</a:t>
            </a:r>
            <a:r>
              <a:rPr lang="en-AU" sz="1400" spc="-10">
                <a:latin typeface="Arial"/>
                <a:cs typeface="Arial"/>
              </a:rPr>
              <a:t> </a:t>
            </a:r>
            <a:r>
              <a:rPr lang="en-AU" sz="1400" err="1">
                <a:latin typeface="Arial"/>
                <a:cs typeface="Arial"/>
              </a:rPr>
              <a:t>eces</a:t>
            </a:r>
            <a:r>
              <a:rPr lang="en-AU" sz="1400">
                <a:latin typeface="Arial"/>
                <a:cs typeface="Arial"/>
              </a:rPr>
              <a:t>,</a:t>
            </a:r>
            <a:r>
              <a:rPr lang="en-AU" sz="1400" spc="-15">
                <a:latin typeface="Arial"/>
                <a:cs typeface="Arial"/>
              </a:rPr>
              <a:t> </a:t>
            </a:r>
            <a:r>
              <a:rPr lang="en-AU" sz="1400">
                <a:latin typeface="Arial"/>
                <a:cs typeface="Arial"/>
              </a:rPr>
              <a:t>Cas</a:t>
            </a:r>
            <a:r>
              <a:rPr lang="en-AU" sz="1400" spc="-15">
                <a:latin typeface="Arial"/>
                <a:cs typeface="Arial"/>
              </a:rPr>
              <a:t> </a:t>
            </a:r>
            <a:r>
              <a:rPr lang="en-AU" sz="1400" err="1">
                <a:latin typeface="Arial"/>
                <a:cs typeface="Arial"/>
              </a:rPr>
              <a:t>cus</a:t>
            </a:r>
            <a:r>
              <a:rPr lang="en-AU" sz="1400" spc="-10">
                <a:latin typeface="Arial"/>
                <a:cs typeface="Arial"/>
              </a:rPr>
              <a:t> </a:t>
            </a:r>
            <a:r>
              <a:rPr lang="en-AU" sz="1400" err="1">
                <a:latin typeface="Arial"/>
                <a:cs typeface="Arial"/>
              </a:rPr>
              <a:t>aus</a:t>
            </a:r>
            <a:r>
              <a:rPr lang="en-AU" sz="1400" spc="-15">
                <a:latin typeface="Arial"/>
                <a:cs typeface="Arial"/>
              </a:rPr>
              <a:t> </a:t>
            </a:r>
            <a:r>
              <a:rPr lang="en-AU" sz="1400" spc="-10" err="1">
                <a:latin typeface="Arial"/>
                <a:cs typeface="Arial"/>
              </a:rPr>
              <a:t>opubli</a:t>
            </a:r>
            <a:r>
              <a:rPr lang="en-AU" sz="1400" spc="-10">
                <a:latin typeface="Arial"/>
                <a:cs typeface="Arial"/>
              </a:rPr>
              <a:t>.</a:t>
            </a:r>
            <a:endParaRPr lang="en-AU" sz="1400">
              <a:latin typeface="Arial"/>
              <a:cs typeface="Arial"/>
            </a:endParaRPr>
          </a:p>
        </p:txBody>
      </p:sp>
      <p:sp>
        <p:nvSpPr>
          <p:cNvPr id="34" name="Text Placeholder 3">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468137" y="2787410"/>
            <a:ext cx="3502275" cy="414686"/>
          </a:xfrm>
          <a:prstGeom prst="rect">
            <a:avLst/>
          </a:prstGeom>
        </p:spPr>
        <p:txBody>
          <a:bodyPr anchor="b" anchorCtr="0"/>
          <a:lstStyle>
            <a:lvl1pPr marL="0" indent="0" algn="l">
              <a:buNone/>
              <a:defRPr sz="1400" b="1">
                <a:solidFill>
                  <a:schemeClr val="tx1"/>
                </a:solidFill>
              </a:defRPr>
            </a:lvl1pPr>
          </a:lstStyle>
          <a:p>
            <a:pPr lvl="0"/>
            <a:r>
              <a:rPr lang="en-GB" err="1"/>
              <a:t>sydney.edu.au</a:t>
            </a:r>
            <a:r>
              <a:rPr lang="en-GB"/>
              <a:t>/</a:t>
            </a:r>
            <a:r>
              <a:rPr lang="en-GB" err="1"/>
              <a:t>xxxxx</a:t>
            </a:r>
            <a:endParaRPr lang="en-US"/>
          </a:p>
        </p:txBody>
      </p:sp>
      <p:sp>
        <p:nvSpPr>
          <p:cNvPr id="2" name="TextBox 5">
            <a:extLst>
              <a:ext uri="{FF2B5EF4-FFF2-40B4-BE49-F238E27FC236}">
                <a16:creationId xmlns:a16="http://schemas.microsoft.com/office/drawing/2014/main" id="{CC6CB602-C08B-320B-4B19-B03FD0E5432F}"/>
              </a:ext>
            </a:extLst>
          </p:cNvPr>
          <p:cNvSpPr txBox="1"/>
          <p:nvPr userDrawn="1"/>
        </p:nvSpPr>
        <p:spPr>
          <a:xfrm rot="16200000">
            <a:off x="3535157" y="3553180"/>
            <a:ext cx="1830263" cy="169277"/>
          </a:xfrm>
          <a:prstGeom prst="rect">
            <a:avLst/>
          </a:prstGeom>
          <a:noFill/>
        </p:spPr>
        <p:txBody>
          <a:bodyPr wrap="square" rtlCol="0">
            <a:spAutoFit/>
          </a:bodyPr>
          <a:lstStyle/>
          <a:p>
            <a:r>
              <a:rPr lang="en-US" sz="500"/>
              <a:t>CRICOS 00026A    TEQSA PRV12057</a:t>
            </a:r>
          </a:p>
        </p:txBody>
      </p:sp>
      <p:pic>
        <p:nvPicPr>
          <p:cNvPr id="5" name="Graphic 4">
            <a:extLst>
              <a:ext uri="{FF2B5EF4-FFF2-40B4-BE49-F238E27FC236}">
                <a16:creationId xmlns:a16="http://schemas.microsoft.com/office/drawing/2014/main" id="{786D37ED-27E5-AE93-0796-AAE7687CBBA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04800" y="3496111"/>
            <a:ext cx="3989544" cy="742498"/>
          </a:xfrm>
          <a:prstGeom prst="rect">
            <a:avLst/>
          </a:prstGeom>
        </p:spPr>
      </p:pic>
    </p:spTree>
    <p:extLst>
      <p:ext uri="{BB962C8B-B14F-4D97-AF65-F5344CB8AC3E}">
        <p14:creationId xmlns:p14="http://schemas.microsoft.com/office/powerpoint/2010/main" val="1240103853"/>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image 1">
    <p:bg>
      <p:bgRef idx="1001">
        <a:schemeClr val="bg1"/>
      </p:bgRef>
    </p:bg>
    <p:spTree>
      <p:nvGrpSpPr>
        <p:cNvPr id="1" name=""/>
        <p:cNvGrpSpPr/>
        <p:nvPr/>
      </p:nvGrpSpPr>
      <p:grpSpPr>
        <a:xfrm>
          <a:off x="0" y="0"/>
          <a:ext cx="0" cy="0"/>
          <a:chOff x="0" y="0"/>
          <a:chExt cx="0" cy="0"/>
        </a:xfrm>
      </p:grpSpPr>
      <p:pic>
        <p:nvPicPr>
          <p:cNvPr id="5" name="object 4">
            <a:extLst>
              <a:ext uri="{FF2B5EF4-FFF2-40B4-BE49-F238E27FC236}">
                <a16:creationId xmlns:a16="http://schemas.microsoft.com/office/drawing/2014/main" id="{A9A93A07-E57F-5770-834F-CFEF4A2F1EA7}"/>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8021" y="0"/>
            <a:ext cx="9144000" cy="5143500"/>
          </a:xfrm>
          <a:prstGeom prst="rect">
            <a:avLst/>
          </a:prstGeom>
        </p:spPr>
      </p:pic>
      <p:sp>
        <p:nvSpPr>
          <p:cNvPr id="3" name="object 6">
            <a:extLst>
              <a:ext uri="{FF2B5EF4-FFF2-40B4-BE49-F238E27FC236}">
                <a16:creationId xmlns:a16="http://schemas.microsoft.com/office/drawing/2014/main" id="{663CD1C2-E224-8DF3-9A0D-E3EFD27C13FF}"/>
              </a:ext>
              <a:ext uri="{C183D7F6-B498-43B3-948B-1728B52AA6E4}">
                <adec:decorative xmlns:adec="http://schemas.microsoft.com/office/drawing/2017/decorative" val="1"/>
              </a:ext>
            </a:extLst>
          </p:cNvPr>
          <p:cNvSpPr/>
          <p:nvPr userDrawn="1"/>
        </p:nvSpPr>
        <p:spPr>
          <a:xfrm>
            <a:off x="0" y="571500"/>
            <a:ext cx="4572000" cy="4000500"/>
          </a:xfrm>
          <a:custGeom>
            <a:avLst/>
            <a:gdLst/>
            <a:ahLst/>
            <a:cxnLst/>
            <a:rect l="l" t="t" r="r" b="b"/>
            <a:pathLst>
              <a:path w="4572000" h="4000500">
                <a:moveTo>
                  <a:pt x="4572000" y="0"/>
                </a:moveTo>
                <a:lnTo>
                  <a:pt x="0" y="0"/>
                </a:lnTo>
                <a:lnTo>
                  <a:pt x="0" y="4000500"/>
                </a:lnTo>
                <a:lnTo>
                  <a:pt x="4572000" y="4000500"/>
                </a:lnTo>
                <a:lnTo>
                  <a:pt x="4572000" y="0"/>
                </a:lnTo>
                <a:close/>
              </a:path>
            </a:pathLst>
          </a:custGeom>
          <a:solidFill>
            <a:schemeClr val="accent1"/>
          </a:solidFill>
        </p:spPr>
        <p:txBody>
          <a:bodyPr wrap="square" lIns="0" tIns="0" rIns="0" bIns="0" rtlCol="0"/>
          <a:lstStyle/>
          <a:p>
            <a:endParaRPr>
              <a:solidFill>
                <a:schemeClr val="tx1"/>
              </a:solidFill>
            </a:endParaRPr>
          </a:p>
        </p:txBody>
      </p:sp>
      <p:sp>
        <p:nvSpPr>
          <p:cNvPr id="20" name="Title 1">
            <a:extLst>
              <a:ext uri="{FF2B5EF4-FFF2-40B4-BE49-F238E27FC236}">
                <a16:creationId xmlns:a16="http://schemas.microsoft.com/office/drawing/2014/main" id="{DEC0E1D8-33A4-65CC-8895-783ED3E74183}"/>
              </a:ext>
            </a:extLst>
          </p:cNvPr>
          <p:cNvSpPr>
            <a:spLocks noGrp="1"/>
          </p:cNvSpPr>
          <p:nvPr>
            <p:ph type="title" hasCustomPrompt="1"/>
          </p:nvPr>
        </p:nvSpPr>
        <p:spPr>
          <a:xfrm>
            <a:off x="468137" y="937577"/>
            <a:ext cx="3966985" cy="946577"/>
          </a:xfrm>
          <a:prstGeom prst="rect">
            <a:avLst/>
          </a:prstGeom>
        </p:spPr>
        <p:txBody>
          <a:bodyPr/>
          <a:lstStyle>
            <a:lvl1pPr>
              <a:defRPr sz="2800">
                <a:solidFill>
                  <a:schemeClr val="tx1"/>
                </a:solidFill>
              </a:defRPr>
            </a:lvl1pPr>
          </a:lstStyle>
          <a:p>
            <a:r>
              <a:rPr lang="en-GB"/>
              <a:t>Heading sits here 28pt</a:t>
            </a:r>
            <a:endParaRPr lang="en-US"/>
          </a:p>
        </p:txBody>
      </p:sp>
      <p:sp>
        <p:nvSpPr>
          <p:cNvPr id="23" name="Text Placeholder 2">
            <a:extLst>
              <a:ext uri="{FF2B5EF4-FFF2-40B4-BE49-F238E27FC236}">
                <a16:creationId xmlns:a16="http://schemas.microsoft.com/office/drawing/2014/main" id="{C9C36DF5-DD75-D71F-723C-8EF6CC84B88A}"/>
              </a:ext>
            </a:extLst>
          </p:cNvPr>
          <p:cNvSpPr>
            <a:spLocks noGrp="1"/>
          </p:cNvSpPr>
          <p:nvPr>
            <p:ph type="body" sz="quarter" idx="14" hasCustomPrompt="1"/>
          </p:nvPr>
        </p:nvSpPr>
        <p:spPr>
          <a:xfrm>
            <a:off x="457627" y="1981961"/>
            <a:ext cx="3966984" cy="753789"/>
          </a:xfrm>
          <a:prstGeom prst="rect">
            <a:avLst/>
          </a:prstGeom>
        </p:spPr>
        <p:txBody>
          <a:bodyPr/>
          <a:lstStyle>
            <a:lvl1pPr marL="0" indent="0">
              <a:buNone/>
              <a:defRPr sz="1400">
                <a:solidFill>
                  <a:schemeClr val="tx1"/>
                </a:solidFill>
              </a:defRPr>
            </a:lvl1pPr>
            <a:lvl2pPr>
              <a:defRPr sz="1400"/>
            </a:lvl2pPr>
            <a:lvl3pPr>
              <a:defRPr sz="1400"/>
            </a:lvl3pPr>
            <a:lvl4pPr>
              <a:defRPr sz="1400"/>
            </a:lvl4pPr>
            <a:lvl5pPr>
              <a:defRPr sz="1400"/>
            </a:lvl5pPr>
          </a:lstStyle>
          <a:p>
            <a:pPr marL="12700" marR="5080">
              <a:lnSpc>
                <a:spcPct val="100000"/>
              </a:lnSpc>
              <a:spcBef>
                <a:spcPts val="100"/>
              </a:spcBef>
            </a:pPr>
            <a:r>
              <a:rPr lang="en-AU" sz="1400">
                <a:latin typeface="Arial"/>
                <a:cs typeface="Arial"/>
              </a:rPr>
              <a:t>Intro</a:t>
            </a:r>
            <a:r>
              <a:rPr lang="en-AU" sz="1400" spc="-20">
                <a:latin typeface="Arial"/>
                <a:cs typeface="Arial"/>
              </a:rPr>
              <a:t> </a:t>
            </a:r>
            <a:r>
              <a:rPr lang="en-AU" sz="1400">
                <a:latin typeface="Arial"/>
                <a:cs typeface="Arial"/>
              </a:rPr>
              <a:t>text</a:t>
            </a:r>
            <a:r>
              <a:rPr lang="en-AU" sz="1400" spc="-5">
                <a:latin typeface="Arial"/>
                <a:cs typeface="Arial"/>
              </a:rPr>
              <a:t> </a:t>
            </a:r>
            <a:r>
              <a:rPr lang="en-AU" sz="1400">
                <a:latin typeface="Arial"/>
                <a:cs typeface="Arial"/>
              </a:rPr>
              <a:t>14pt,</a:t>
            </a:r>
            <a:r>
              <a:rPr lang="en-AU" sz="1400" spc="-15">
                <a:latin typeface="Arial"/>
                <a:cs typeface="Arial"/>
              </a:rPr>
              <a:t> </a:t>
            </a:r>
            <a:r>
              <a:rPr lang="en-AU" sz="1400">
                <a:latin typeface="Arial"/>
                <a:cs typeface="Arial"/>
              </a:rPr>
              <a:t>to</a:t>
            </a:r>
            <a:r>
              <a:rPr lang="en-AU" sz="1400" spc="-5">
                <a:latin typeface="Arial"/>
                <a:cs typeface="Arial"/>
              </a:rPr>
              <a:t> </a:t>
            </a:r>
            <a:r>
              <a:rPr lang="en-AU" sz="1400">
                <a:latin typeface="Arial"/>
                <a:cs typeface="Arial"/>
              </a:rPr>
              <a:t>sit</a:t>
            </a:r>
            <a:r>
              <a:rPr lang="en-AU" sz="1400" spc="-10">
                <a:latin typeface="Arial"/>
                <a:cs typeface="Arial"/>
              </a:rPr>
              <a:t> </a:t>
            </a:r>
            <a:r>
              <a:rPr lang="en-AU" sz="1400">
                <a:latin typeface="Arial"/>
                <a:cs typeface="Arial"/>
              </a:rPr>
              <a:t>here.</a:t>
            </a:r>
            <a:r>
              <a:rPr lang="en-AU" sz="1400" spc="-10">
                <a:latin typeface="Arial"/>
                <a:cs typeface="Arial"/>
              </a:rPr>
              <a:t> </a:t>
            </a:r>
            <a:br>
              <a:rPr lang="en-AU" sz="1400" spc="-10">
                <a:latin typeface="Arial"/>
                <a:cs typeface="Arial"/>
              </a:rPr>
            </a:br>
            <a:r>
              <a:rPr lang="en-AU" sz="1400">
                <a:latin typeface="Arial"/>
                <a:cs typeface="Arial"/>
              </a:rPr>
              <a:t>2–3</a:t>
            </a:r>
            <a:r>
              <a:rPr lang="en-AU" sz="1400" spc="-10">
                <a:latin typeface="Arial"/>
                <a:cs typeface="Arial"/>
              </a:rPr>
              <a:t> lines </a:t>
            </a:r>
            <a:r>
              <a:rPr lang="en-AU" sz="1400">
                <a:latin typeface="Arial"/>
                <a:cs typeface="Arial"/>
              </a:rPr>
              <a:t>of</a:t>
            </a:r>
            <a:r>
              <a:rPr lang="en-AU" sz="1400" spc="-15">
                <a:latin typeface="Arial"/>
                <a:cs typeface="Arial"/>
              </a:rPr>
              <a:t> </a:t>
            </a:r>
            <a:r>
              <a:rPr lang="en-AU" sz="1400" spc="-25">
                <a:latin typeface="Arial"/>
                <a:cs typeface="Arial"/>
              </a:rPr>
              <a:t>copy.</a:t>
            </a:r>
            <a:r>
              <a:rPr lang="en-AU" sz="1400" spc="-80">
                <a:latin typeface="Arial"/>
                <a:cs typeface="Arial"/>
              </a:rPr>
              <a:t> </a:t>
            </a:r>
            <a:r>
              <a:rPr lang="en-AU" sz="1400">
                <a:latin typeface="Arial"/>
                <a:cs typeface="Arial"/>
              </a:rPr>
              <a:t>Am </a:t>
            </a:r>
            <a:r>
              <a:rPr lang="en-AU" sz="1400" err="1">
                <a:latin typeface="Arial"/>
                <a:cs typeface="Arial"/>
              </a:rPr>
              <a:t>quo’xnkaln</a:t>
            </a:r>
            <a:r>
              <a:rPr lang="en-AU" sz="1400" spc="-10">
                <a:latin typeface="Arial"/>
                <a:cs typeface="Arial"/>
              </a:rPr>
              <a:t> </a:t>
            </a:r>
            <a:r>
              <a:rPr lang="en-AU" sz="1400" err="1">
                <a:latin typeface="Arial"/>
                <a:cs typeface="Arial"/>
              </a:rPr>
              <a:t>ium</a:t>
            </a:r>
            <a:r>
              <a:rPr lang="en-AU" sz="1400" spc="-10">
                <a:latin typeface="Arial"/>
                <a:cs typeface="Arial"/>
              </a:rPr>
              <a:t> </a:t>
            </a:r>
            <a:r>
              <a:rPr lang="en-AU" sz="1400" err="1">
                <a:latin typeface="Arial"/>
                <a:cs typeface="Arial"/>
              </a:rPr>
              <a:t>aute</a:t>
            </a:r>
            <a:r>
              <a:rPr lang="en-AU" sz="1400" spc="-5">
                <a:latin typeface="Arial"/>
                <a:cs typeface="Arial"/>
              </a:rPr>
              <a:t> </a:t>
            </a:r>
            <a:r>
              <a:rPr lang="en-AU" sz="1400" spc="-10" err="1">
                <a:latin typeface="Arial"/>
                <a:cs typeface="Arial"/>
              </a:rPr>
              <a:t>fuidesteI</a:t>
            </a:r>
            <a:r>
              <a:rPr lang="en-AU" sz="1400" spc="-10">
                <a:latin typeface="Arial"/>
                <a:cs typeface="Arial"/>
              </a:rPr>
              <a:t> </a:t>
            </a:r>
            <a:r>
              <a:rPr lang="en-AU" sz="1400" err="1">
                <a:latin typeface="Arial"/>
                <a:cs typeface="Arial"/>
              </a:rPr>
              <a:t>eces</a:t>
            </a:r>
            <a:r>
              <a:rPr lang="en-AU" sz="1400">
                <a:latin typeface="Arial"/>
                <a:cs typeface="Arial"/>
              </a:rPr>
              <a:t>,</a:t>
            </a:r>
            <a:r>
              <a:rPr lang="en-AU" sz="1400" spc="-15">
                <a:latin typeface="Arial"/>
                <a:cs typeface="Arial"/>
              </a:rPr>
              <a:t> </a:t>
            </a:r>
            <a:r>
              <a:rPr lang="en-AU" sz="1400">
                <a:latin typeface="Arial"/>
                <a:cs typeface="Arial"/>
              </a:rPr>
              <a:t>Cas</a:t>
            </a:r>
            <a:r>
              <a:rPr lang="en-AU" sz="1400" spc="-15">
                <a:latin typeface="Arial"/>
                <a:cs typeface="Arial"/>
              </a:rPr>
              <a:t> </a:t>
            </a:r>
            <a:r>
              <a:rPr lang="en-AU" sz="1400" err="1">
                <a:latin typeface="Arial"/>
                <a:cs typeface="Arial"/>
              </a:rPr>
              <a:t>cus</a:t>
            </a:r>
            <a:r>
              <a:rPr lang="en-AU" sz="1400" spc="-10">
                <a:latin typeface="Arial"/>
                <a:cs typeface="Arial"/>
              </a:rPr>
              <a:t> </a:t>
            </a:r>
            <a:r>
              <a:rPr lang="en-AU" sz="1400" err="1">
                <a:latin typeface="Arial"/>
                <a:cs typeface="Arial"/>
              </a:rPr>
              <a:t>aus</a:t>
            </a:r>
            <a:r>
              <a:rPr lang="en-AU" sz="1400" spc="-15">
                <a:latin typeface="Arial"/>
                <a:cs typeface="Arial"/>
              </a:rPr>
              <a:t> </a:t>
            </a:r>
            <a:r>
              <a:rPr lang="en-AU" sz="1400" spc="-10" err="1">
                <a:latin typeface="Arial"/>
                <a:cs typeface="Arial"/>
              </a:rPr>
              <a:t>opubli</a:t>
            </a:r>
            <a:r>
              <a:rPr lang="en-AU" sz="1400" spc="-10">
                <a:latin typeface="Arial"/>
                <a:cs typeface="Arial"/>
              </a:rPr>
              <a:t>.</a:t>
            </a:r>
            <a:endParaRPr lang="en-AU" sz="1400">
              <a:latin typeface="Arial"/>
              <a:cs typeface="Arial"/>
            </a:endParaRPr>
          </a:p>
        </p:txBody>
      </p:sp>
      <p:sp>
        <p:nvSpPr>
          <p:cNvPr id="34" name="Text Placeholder 3">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468137" y="2787410"/>
            <a:ext cx="3502275" cy="414686"/>
          </a:xfrm>
          <a:prstGeom prst="rect">
            <a:avLst/>
          </a:prstGeom>
        </p:spPr>
        <p:txBody>
          <a:bodyPr anchor="b" anchorCtr="0"/>
          <a:lstStyle>
            <a:lvl1pPr marL="0" indent="0" algn="l">
              <a:buNone/>
              <a:defRPr sz="1400" b="1">
                <a:solidFill>
                  <a:schemeClr val="tx1"/>
                </a:solidFill>
              </a:defRPr>
            </a:lvl1pPr>
          </a:lstStyle>
          <a:p>
            <a:pPr lvl="0"/>
            <a:r>
              <a:rPr lang="en-GB" err="1"/>
              <a:t>sydney.edu.au</a:t>
            </a:r>
            <a:r>
              <a:rPr lang="en-GB"/>
              <a:t>/</a:t>
            </a:r>
            <a:r>
              <a:rPr lang="en-GB" err="1"/>
              <a:t>xxxxx</a:t>
            </a:r>
            <a:endParaRPr lang="en-US"/>
          </a:p>
        </p:txBody>
      </p:sp>
      <p:sp>
        <p:nvSpPr>
          <p:cNvPr id="2" name="TextBox 5">
            <a:extLst>
              <a:ext uri="{FF2B5EF4-FFF2-40B4-BE49-F238E27FC236}">
                <a16:creationId xmlns:a16="http://schemas.microsoft.com/office/drawing/2014/main" id="{CC6CB602-C08B-320B-4B19-B03FD0E5432F}"/>
              </a:ext>
            </a:extLst>
          </p:cNvPr>
          <p:cNvSpPr txBox="1"/>
          <p:nvPr userDrawn="1"/>
        </p:nvSpPr>
        <p:spPr>
          <a:xfrm rot="16200000">
            <a:off x="3535157" y="3553180"/>
            <a:ext cx="1830263" cy="169277"/>
          </a:xfrm>
          <a:prstGeom prst="rect">
            <a:avLst/>
          </a:prstGeom>
          <a:noFill/>
        </p:spPr>
        <p:txBody>
          <a:bodyPr wrap="square" rtlCol="0">
            <a:spAutoFit/>
          </a:bodyPr>
          <a:lstStyle/>
          <a:p>
            <a:r>
              <a:rPr lang="en-US" sz="500"/>
              <a:t>CRICOS 00026A    TEQSA PRV12057</a:t>
            </a:r>
          </a:p>
        </p:txBody>
      </p:sp>
      <p:pic>
        <p:nvPicPr>
          <p:cNvPr id="6" name="Graphic 5">
            <a:extLst>
              <a:ext uri="{FF2B5EF4-FFF2-40B4-BE49-F238E27FC236}">
                <a16:creationId xmlns:a16="http://schemas.microsoft.com/office/drawing/2014/main" id="{D139797D-3238-5637-CDB3-B336C7726E8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04800" y="3496111"/>
            <a:ext cx="3989544" cy="742498"/>
          </a:xfrm>
          <a:prstGeom prst="rect">
            <a:avLst/>
          </a:prstGeom>
        </p:spPr>
      </p:pic>
    </p:spTree>
    <p:extLst>
      <p:ext uri="{BB962C8B-B14F-4D97-AF65-F5344CB8AC3E}">
        <p14:creationId xmlns:p14="http://schemas.microsoft.com/office/powerpoint/2010/main" val="3706379365"/>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Slide image 1">
    <p:bg>
      <p:bgRef idx="1001">
        <a:schemeClr val="bg1"/>
      </p:bgRef>
    </p:bg>
    <p:spTree>
      <p:nvGrpSpPr>
        <p:cNvPr id="1" name=""/>
        <p:cNvGrpSpPr/>
        <p:nvPr/>
      </p:nvGrpSpPr>
      <p:grpSpPr>
        <a:xfrm>
          <a:off x="0" y="0"/>
          <a:ext cx="0" cy="0"/>
          <a:chOff x="0" y="0"/>
          <a:chExt cx="0" cy="0"/>
        </a:xfrm>
      </p:grpSpPr>
      <p:pic>
        <p:nvPicPr>
          <p:cNvPr id="4" name="object 4">
            <a:extLst>
              <a:ext uri="{FF2B5EF4-FFF2-40B4-BE49-F238E27FC236}">
                <a16:creationId xmlns:a16="http://schemas.microsoft.com/office/drawing/2014/main" id="{3F48FE3D-1F01-EEB6-6A4A-4F4B29D064A5}"/>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 name="object 6">
            <a:extLst>
              <a:ext uri="{FF2B5EF4-FFF2-40B4-BE49-F238E27FC236}">
                <a16:creationId xmlns:a16="http://schemas.microsoft.com/office/drawing/2014/main" id="{663CD1C2-E224-8DF3-9A0D-E3EFD27C13FF}"/>
              </a:ext>
              <a:ext uri="{C183D7F6-B498-43B3-948B-1728B52AA6E4}">
                <adec:decorative xmlns:adec="http://schemas.microsoft.com/office/drawing/2017/decorative" val="1"/>
              </a:ext>
            </a:extLst>
          </p:cNvPr>
          <p:cNvSpPr/>
          <p:nvPr userDrawn="1"/>
        </p:nvSpPr>
        <p:spPr>
          <a:xfrm>
            <a:off x="0" y="571500"/>
            <a:ext cx="4572000" cy="4000500"/>
          </a:xfrm>
          <a:custGeom>
            <a:avLst/>
            <a:gdLst/>
            <a:ahLst/>
            <a:cxnLst/>
            <a:rect l="l" t="t" r="r" b="b"/>
            <a:pathLst>
              <a:path w="4572000" h="4000500">
                <a:moveTo>
                  <a:pt x="4572000" y="0"/>
                </a:moveTo>
                <a:lnTo>
                  <a:pt x="0" y="0"/>
                </a:lnTo>
                <a:lnTo>
                  <a:pt x="0" y="4000500"/>
                </a:lnTo>
                <a:lnTo>
                  <a:pt x="4572000" y="4000500"/>
                </a:lnTo>
                <a:lnTo>
                  <a:pt x="4572000" y="0"/>
                </a:lnTo>
                <a:close/>
              </a:path>
            </a:pathLst>
          </a:custGeom>
          <a:solidFill>
            <a:schemeClr val="accent1"/>
          </a:solidFill>
        </p:spPr>
        <p:txBody>
          <a:bodyPr wrap="square" lIns="0" tIns="0" rIns="0" bIns="0" rtlCol="0"/>
          <a:lstStyle/>
          <a:p>
            <a:endParaRPr>
              <a:solidFill>
                <a:schemeClr val="tx1"/>
              </a:solidFill>
            </a:endParaRPr>
          </a:p>
        </p:txBody>
      </p:sp>
      <p:sp>
        <p:nvSpPr>
          <p:cNvPr id="20" name="Title 1">
            <a:extLst>
              <a:ext uri="{FF2B5EF4-FFF2-40B4-BE49-F238E27FC236}">
                <a16:creationId xmlns:a16="http://schemas.microsoft.com/office/drawing/2014/main" id="{DEC0E1D8-33A4-65CC-8895-783ED3E74183}"/>
              </a:ext>
            </a:extLst>
          </p:cNvPr>
          <p:cNvSpPr>
            <a:spLocks noGrp="1"/>
          </p:cNvSpPr>
          <p:nvPr>
            <p:ph type="title" hasCustomPrompt="1"/>
          </p:nvPr>
        </p:nvSpPr>
        <p:spPr>
          <a:xfrm>
            <a:off x="468137" y="937577"/>
            <a:ext cx="3966985" cy="946577"/>
          </a:xfrm>
          <a:prstGeom prst="rect">
            <a:avLst/>
          </a:prstGeom>
        </p:spPr>
        <p:txBody>
          <a:bodyPr/>
          <a:lstStyle>
            <a:lvl1pPr>
              <a:defRPr sz="2800">
                <a:solidFill>
                  <a:schemeClr val="tx1"/>
                </a:solidFill>
              </a:defRPr>
            </a:lvl1pPr>
          </a:lstStyle>
          <a:p>
            <a:r>
              <a:rPr lang="en-GB"/>
              <a:t>Heading sits here 28pt</a:t>
            </a:r>
            <a:endParaRPr lang="en-US"/>
          </a:p>
        </p:txBody>
      </p:sp>
      <p:sp>
        <p:nvSpPr>
          <p:cNvPr id="23" name="Text Placeholder 2">
            <a:extLst>
              <a:ext uri="{FF2B5EF4-FFF2-40B4-BE49-F238E27FC236}">
                <a16:creationId xmlns:a16="http://schemas.microsoft.com/office/drawing/2014/main" id="{C9C36DF5-DD75-D71F-723C-8EF6CC84B88A}"/>
              </a:ext>
            </a:extLst>
          </p:cNvPr>
          <p:cNvSpPr>
            <a:spLocks noGrp="1"/>
          </p:cNvSpPr>
          <p:nvPr>
            <p:ph type="body" sz="quarter" idx="14" hasCustomPrompt="1"/>
          </p:nvPr>
        </p:nvSpPr>
        <p:spPr>
          <a:xfrm>
            <a:off x="457627" y="1981961"/>
            <a:ext cx="3966984" cy="753789"/>
          </a:xfrm>
          <a:prstGeom prst="rect">
            <a:avLst/>
          </a:prstGeom>
        </p:spPr>
        <p:txBody>
          <a:bodyPr/>
          <a:lstStyle>
            <a:lvl1pPr marL="0" indent="0">
              <a:buNone/>
              <a:defRPr sz="1400">
                <a:solidFill>
                  <a:schemeClr val="tx1"/>
                </a:solidFill>
              </a:defRPr>
            </a:lvl1pPr>
            <a:lvl2pPr>
              <a:defRPr sz="1400"/>
            </a:lvl2pPr>
            <a:lvl3pPr>
              <a:defRPr sz="1400"/>
            </a:lvl3pPr>
            <a:lvl4pPr>
              <a:defRPr sz="1400"/>
            </a:lvl4pPr>
            <a:lvl5pPr>
              <a:defRPr sz="1400"/>
            </a:lvl5pPr>
          </a:lstStyle>
          <a:p>
            <a:pPr marL="12700" marR="5080">
              <a:lnSpc>
                <a:spcPct val="100000"/>
              </a:lnSpc>
              <a:spcBef>
                <a:spcPts val="100"/>
              </a:spcBef>
            </a:pPr>
            <a:r>
              <a:rPr lang="en-AU" sz="1400">
                <a:latin typeface="Arial"/>
                <a:cs typeface="Arial"/>
              </a:rPr>
              <a:t>Intro</a:t>
            </a:r>
            <a:r>
              <a:rPr lang="en-AU" sz="1400" spc="-20">
                <a:latin typeface="Arial"/>
                <a:cs typeface="Arial"/>
              </a:rPr>
              <a:t> </a:t>
            </a:r>
            <a:r>
              <a:rPr lang="en-AU" sz="1400">
                <a:latin typeface="Arial"/>
                <a:cs typeface="Arial"/>
              </a:rPr>
              <a:t>text</a:t>
            </a:r>
            <a:r>
              <a:rPr lang="en-AU" sz="1400" spc="-5">
                <a:latin typeface="Arial"/>
                <a:cs typeface="Arial"/>
              </a:rPr>
              <a:t> </a:t>
            </a:r>
            <a:r>
              <a:rPr lang="en-AU" sz="1400">
                <a:latin typeface="Arial"/>
                <a:cs typeface="Arial"/>
              </a:rPr>
              <a:t>14pt,</a:t>
            </a:r>
            <a:r>
              <a:rPr lang="en-AU" sz="1400" spc="-15">
                <a:latin typeface="Arial"/>
                <a:cs typeface="Arial"/>
              </a:rPr>
              <a:t> </a:t>
            </a:r>
            <a:r>
              <a:rPr lang="en-AU" sz="1400">
                <a:latin typeface="Arial"/>
                <a:cs typeface="Arial"/>
              </a:rPr>
              <a:t>to</a:t>
            </a:r>
            <a:r>
              <a:rPr lang="en-AU" sz="1400" spc="-5">
                <a:latin typeface="Arial"/>
                <a:cs typeface="Arial"/>
              </a:rPr>
              <a:t> </a:t>
            </a:r>
            <a:r>
              <a:rPr lang="en-AU" sz="1400">
                <a:latin typeface="Arial"/>
                <a:cs typeface="Arial"/>
              </a:rPr>
              <a:t>sit</a:t>
            </a:r>
            <a:r>
              <a:rPr lang="en-AU" sz="1400" spc="-10">
                <a:latin typeface="Arial"/>
                <a:cs typeface="Arial"/>
              </a:rPr>
              <a:t> </a:t>
            </a:r>
            <a:r>
              <a:rPr lang="en-AU" sz="1400">
                <a:latin typeface="Arial"/>
                <a:cs typeface="Arial"/>
              </a:rPr>
              <a:t>here.</a:t>
            </a:r>
            <a:r>
              <a:rPr lang="en-AU" sz="1400" spc="-10">
                <a:latin typeface="Arial"/>
                <a:cs typeface="Arial"/>
              </a:rPr>
              <a:t> </a:t>
            </a:r>
            <a:br>
              <a:rPr lang="en-AU" sz="1400" spc="-10">
                <a:latin typeface="Arial"/>
                <a:cs typeface="Arial"/>
              </a:rPr>
            </a:br>
            <a:r>
              <a:rPr lang="en-AU" sz="1400">
                <a:latin typeface="Arial"/>
                <a:cs typeface="Arial"/>
              </a:rPr>
              <a:t>2–3</a:t>
            </a:r>
            <a:r>
              <a:rPr lang="en-AU" sz="1400" spc="-10">
                <a:latin typeface="Arial"/>
                <a:cs typeface="Arial"/>
              </a:rPr>
              <a:t> lines </a:t>
            </a:r>
            <a:r>
              <a:rPr lang="en-AU" sz="1400">
                <a:latin typeface="Arial"/>
                <a:cs typeface="Arial"/>
              </a:rPr>
              <a:t>of</a:t>
            </a:r>
            <a:r>
              <a:rPr lang="en-AU" sz="1400" spc="-15">
                <a:latin typeface="Arial"/>
                <a:cs typeface="Arial"/>
              </a:rPr>
              <a:t> </a:t>
            </a:r>
            <a:r>
              <a:rPr lang="en-AU" sz="1400" spc="-25">
                <a:latin typeface="Arial"/>
                <a:cs typeface="Arial"/>
              </a:rPr>
              <a:t>copy.</a:t>
            </a:r>
            <a:r>
              <a:rPr lang="en-AU" sz="1400" spc="-80">
                <a:latin typeface="Arial"/>
                <a:cs typeface="Arial"/>
              </a:rPr>
              <a:t> </a:t>
            </a:r>
            <a:r>
              <a:rPr lang="en-AU" sz="1400">
                <a:latin typeface="Arial"/>
                <a:cs typeface="Arial"/>
              </a:rPr>
              <a:t>Am </a:t>
            </a:r>
            <a:r>
              <a:rPr lang="en-AU" sz="1400" err="1">
                <a:latin typeface="Arial"/>
                <a:cs typeface="Arial"/>
              </a:rPr>
              <a:t>quo’xnkaln</a:t>
            </a:r>
            <a:r>
              <a:rPr lang="en-AU" sz="1400" spc="-10">
                <a:latin typeface="Arial"/>
                <a:cs typeface="Arial"/>
              </a:rPr>
              <a:t> </a:t>
            </a:r>
            <a:r>
              <a:rPr lang="en-AU" sz="1400" err="1">
                <a:latin typeface="Arial"/>
                <a:cs typeface="Arial"/>
              </a:rPr>
              <a:t>ium</a:t>
            </a:r>
            <a:r>
              <a:rPr lang="en-AU" sz="1400" spc="-10">
                <a:latin typeface="Arial"/>
                <a:cs typeface="Arial"/>
              </a:rPr>
              <a:t> </a:t>
            </a:r>
            <a:r>
              <a:rPr lang="en-AU" sz="1400" err="1">
                <a:latin typeface="Arial"/>
                <a:cs typeface="Arial"/>
              </a:rPr>
              <a:t>aute</a:t>
            </a:r>
            <a:r>
              <a:rPr lang="en-AU" sz="1400" spc="-5">
                <a:latin typeface="Arial"/>
                <a:cs typeface="Arial"/>
              </a:rPr>
              <a:t> </a:t>
            </a:r>
            <a:r>
              <a:rPr lang="en-AU" sz="1400" spc="-10" err="1">
                <a:latin typeface="Arial"/>
                <a:cs typeface="Arial"/>
              </a:rPr>
              <a:t>fuidesteI</a:t>
            </a:r>
            <a:r>
              <a:rPr lang="en-AU" sz="1400" spc="-10">
                <a:latin typeface="Arial"/>
                <a:cs typeface="Arial"/>
              </a:rPr>
              <a:t> </a:t>
            </a:r>
            <a:r>
              <a:rPr lang="en-AU" sz="1400" err="1">
                <a:latin typeface="Arial"/>
                <a:cs typeface="Arial"/>
              </a:rPr>
              <a:t>eces</a:t>
            </a:r>
            <a:r>
              <a:rPr lang="en-AU" sz="1400">
                <a:latin typeface="Arial"/>
                <a:cs typeface="Arial"/>
              </a:rPr>
              <a:t>,</a:t>
            </a:r>
            <a:r>
              <a:rPr lang="en-AU" sz="1400" spc="-15">
                <a:latin typeface="Arial"/>
                <a:cs typeface="Arial"/>
              </a:rPr>
              <a:t> </a:t>
            </a:r>
            <a:r>
              <a:rPr lang="en-AU" sz="1400">
                <a:latin typeface="Arial"/>
                <a:cs typeface="Arial"/>
              </a:rPr>
              <a:t>Cas</a:t>
            </a:r>
            <a:r>
              <a:rPr lang="en-AU" sz="1400" spc="-15">
                <a:latin typeface="Arial"/>
                <a:cs typeface="Arial"/>
              </a:rPr>
              <a:t> </a:t>
            </a:r>
            <a:r>
              <a:rPr lang="en-AU" sz="1400" err="1">
                <a:latin typeface="Arial"/>
                <a:cs typeface="Arial"/>
              </a:rPr>
              <a:t>cus</a:t>
            </a:r>
            <a:r>
              <a:rPr lang="en-AU" sz="1400" spc="-10">
                <a:latin typeface="Arial"/>
                <a:cs typeface="Arial"/>
              </a:rPr>
              <a:t> </a:t>
            </a:r>
            <a:r>
              <a:rPr lang="en-AU" sz="1400" err="1">
                <a:latin typeface="Arial"/>
                <a:cs typeface="Arial"/>
              </a:rPr>
              <a:t>aus</a:t>
            </a:r>
            <a:r>
              <a:rPr lang="en-AU" sz="1400" spc="-15">
                <a:latin typeface="Arial"/>
                <a:cs typeface="Arial"/>
              </a:rPr>
              <a:t> </a:t>
            </a:r>
            <a:r>
              <a:rPr lang="en-AU" sz="1400" spc="-10" err="1">
                <a:latin typeface="Arial"/>
                <a:cs typeface="Arial"/>
              </a:rPr>
              <a:t>opubli</a:t>
            </a:r>
            <a:r>
              <a:rPr lang="en-AU" sz="1400" spc="-10">
                <a:latin typeface="Arial"/>
                <a:cs typeface="Arial"/>
              </a:rPr>
              <a:t>.</a:t>
            </a:r>
            <a:endParaRPr lang="en-AU" sz="1400">
              <a:latin typeface="Arial"/>
              <a:cs typeface="Arial"/>
            </a:endParaRPr>
          </a:p>
        </p:txBody>
      </p:sp>
      <p:sp>
        <p:nvSpPr>
          <p:cNvPr id="34" name="Text Placeholder 3">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468137" y="2787410"/>
            <a:ext cx="3502275" cy="414686"/>
          </a:xfrm>
          <a:prstGeom prst="rect">
            <a:avLst/>
          </a:prstGeom>
        </p:spPr>
        <p:txBody>
          <a:bodyPr anchor="b" anchorCtr="0"/>
          <a:lstStyle>
            <a:lvl1pPr marL="0" indent="0" algn="l">
              <a:buNone/>
              <a:defRPr sz="1400" b="1">
                <a:solidFill>
                  <a:schemeClr val="tx1"/>
                </a:solidFill>
              </a:defRPr>
            </a:lvl1pPr>
          </a:lstStyle>
          <a:p>
            <a:pPr lvl="0"/>
            <a:r>
              <a:rPr lang="en-GB" err="1"/>
              <a:t>sydney.edu.au</a:t>
            </a:r>
            <a:r>
              <a:rPr lang="en-GB"/>
              <a:t>/</a:t>
            </a:r>
            <a:r>
              <a:rPr lang="en-GB" err="1"/>
              <a:t>xxxxx</a:t>
            </a:r>
            <a:endParaRPr lang="en-US"/>
          </a:p>
        </p:txBody>
      </p:sp>
      <p:sp>
        <p:nvSpPr>
          <p:cNvPr id="2" name="TextBox 5">
            <a:extLst>
              <a:ext uri="{FF2B5EF4-FFF2-40B4-BE49-F238E27FC236}">
                <a16:creationId xmlns:a16="http://schemas.microsoft.com/office/drawing/2014/main" id="{CC6CB602-C08B-320B-4B19-B03FD0E5432F}"/>
              </a:ext>
            </a:extLst>
          </p:cNvPr>
          <p:cNvSpPr txBox="1"/>
          <p:nvPr userDrawn="1"/>
        </p:nvSpPr>
        <p:spPr>
          <a:xfrm rot="16200000">
            <a:off x="3535157" y="3553180"/>
            <a:ext cx="1830263" cy="169277"/>
          </a:xfrm>
          <a:prstGeom prst="rect">
            <a:avLst/>
          </a:prstGeom>
          <a:noFill/>
        </p:spPr>
        <p:txBody>
          <a:bodyPr wrap="square" rtlCol="0">
            <a:spAutoFit/>
          </a:bodyPr>
          <a:lstStyle/>
          <a:p>
            <a:r>
              <a:rPr lang="en-US" sz="500"/>
              <a:t>CRICOS 00026A    TEQSA PRV12057</a:t>
            </a:r>
          </a:p>
        </p:txBody>
      </p:sp>
      <p:pic>
        <p:nvPicPr>
          <p:cNvPr id="6" name="Graphic 5">
            <a:extLst>
              <a:ext uri="{FF2B5EF4-FFF2-40B4-BE49-F238E27FC236}">
                <a16:creationId xmlns:a16="http://schemas.microsoft.com/office/drawing/2014/main" id="{B075A468-BEE5-4DEF-FEB5-93F5619DCDD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04800" y="3496111"/>
            <a:ext cx="3989544" cy="742498"/>
          </a:xfrm>
          <a:prstGeom prst="rect">
            <a:avLst/>
          </a:prstGeom>
        </p:spPr>
      </p:pic>
    </p:spTree>
    <p:extLst>
      <p:ext uri="{BB962C8B-B14F-4D97-AF65-F5344CB8AC3E}">
        <p14:creationId xmlns:p14="http://schemas.microsoft.com/office/powerpoint/2010/main" val="178918820"/>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cknowledgement of Country 1">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A4A031B-81B7-43E9-D4FB-AF1716EB702F}"/>
              </a:ext>
            </a:extLst>
          </p:cNvPr>
          <p:cNvSpPr txBox="1"/>
          <p:nvPr userDrawn="1"/>
        </p:nvSpPr>
        <p:spPr>
          <a:xfrm>
            <a:off x="577851" y="985576"/>
            <a:ext cx="5518149" cy="1674817"/>
          </a:xfrm>
          <a:prstGeom prst="rect">
            <a:avLst/>
          </a:prstGeom>
        </p:spPr>
        <p:txBody>
          <a:bodyPr vert="horz" wrap="square" lIns="0" tIns="12700" rIns="0" bIns="0" rtlCol="0">
            <a:spAutoFit/>
          </a:bodyPr>
          <a:lstStyle/>
          <a:p>
            <a:pPr marL="21590" marR="5080" indent="-9525" algn="l">
              <a:lnSpc>
                <a:spcPct val="100000"/>
              </a:lnSpc>
              <a:spcBef>
                <a:spcPts val="100"/>
              </a:spcBef>
            </a:pPr>
            <a:r>
              <a:rPr lang="en-AU" sz="1800">
                <a:solidFill>
                  <a:schemeClr val="tx1"/>
                </a:solidFill>
                <a:latin typeface="Arial"/>
                <a:cs typeface="Arial"/>
              </a:rPr>
              <a:t>We recognise and pay respect to the Elders and communities – past, present, and emerging – of the lands that the University of Sydney's campuses stand on. For thousands of years they have shared and exchanged knowledges across innumerable generations for the benefit of all.</a:t>
            </a:r>
          </a:p>
        </p:txBody>
      </p:sp>
      <p:pic>
        <p:nvPicPr>
          <p:cNvPr id="2" name="Graphic 1">
            <a:extLst>
              <a:ext uri="{FF2B5EF4-FFF2-40B4-BE49-F238E27FC236}">
                <a16:creationId xmlns:a16="http://schemas.microsoft.com/office/drawing/2014/main" id="{7D5088DD-1084-A341-27B4-5A10814D66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4800" y="3435408"/>
            <a:ext cx="4495800" cy="836718"/>
          </a:xfrm>
          <a:prstGeom prst="rect">
            <a:avLst/>
          </a:prstGeom>
        </p:spPr>
      </p:pic>
    </p:spTree>
    <p:extLst>
      <p:ext uri="{BB962C8B-B14F-4D97-AF65-F5344CB8AC3E}">
        <p14:creationId xmlns:p14="http://schemas.microsoft.com/office/powerpoint/2010/main" val="2342125416"/>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cknowledgement of Country 2">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A4A031B-81B7-43E9-D4FB-AF1716EB702F}"/>
              </a:ext>
            </a:extLst>
          </p:cNvPr>
          <p:cNvSpPr txBox="1"/>
          <p:nvPr userDrawn="1"/>
        </p:nvSpPr>
        <p:spPr>
          <a:xfrm>
            <a:off x="577851" y="985576"/>
            <a:ext cx="6432549" cy="1674817"/>
          </a:xfrm>
          <a:prstGeom prst="rect">
            <a:avLst/>
          </a:prstGeom>
        </p:spPr>
        <p:txBody>
          <a:bodyPr vert="horz" wrap="square" lIns="0" tIns="12700" rIns="0" bIns="0" rtlCol="0">
            <a:spAutoFit/>
          </a:bodyPr>
          <a:lstStyle/>
          <a:p>
            <a:pPr marL="51435" marR="5080" indent="-39370">
              <a:lnSpc>
                <a:spcPct val="100000"/>
              </a:lnSpc>
              <a:spcBef>
                <a:spcPts val="100"/>
              </a:spcBef>
            </a:pPr>
            <a:r>
              <a:rPr lang="en-AU" sz="1800">
                <a:latin typeface="Arial"/>
                <a:cs typeface="Arial"/>
              </a:rPr>
              <a:t>The</a:t>
            </a:r>
            <a:r>
              <a:rPr lang="en-AU" sz="1800" spc="-35">
                <a:latin typeface="Arial"/>
                <a:cs typeface="Arial"/>
              </a:rPr>
              <a:t> </a:t>
            </a:r>
            <a:r>
              <a:rPr lang="en-AU" sz="1800">
                <a:latin typeface="Arial"/>
                <a:cs typeface="Arial"/>
              </a:rPr>
              <a:t>University</a:t>
            </a:r>
            <a:r>
              <a:rPr lang="en-AU" sz="1800" spc="-30">
                <a:latin typeface="Arial"/>
                <a:cs typeface="Arial"/>
              </a:rPr>
              <a:t> </a:t>
            </a:r>
            <a:r>
              <a:rPr lang="en-AU" sz="1800">
                <a:latin typeface="Arial"/>
                <a:cs typeface="Arial"/>
              </a:rPr>
              <a:t>of</a:t>
            </a:r>
            <a:r>
              <a:rPr lang="en-AU" sz="1800" spc="-35">
                <a:latin typeface="Arial"/>
                <a:cs typeface="Arial"/>
              </a:rPr>
              <a:t> </a:t>
            </a:r>
            <a:r>
              <a:rPr lang="en-AU" sz="1800">
                <a:latin typeface="Arial"/>
                <a:cs typeface="Arial"/>
              </a:rPr>
              <a:t>Sydney’s</a:t>
            </a:r>
            <a:r>
              <a:rPr lang="en-AU" sz="1800" spc="-30">
                <a:latin typeface="Arial"/>
                <a:cs typeface="Arial"/>
              </a:rPr>
              <a:t> </a:t>
            </a:r>
            <a:r>
              <a:rPr lang="en-AU" sz="1800">
                <a:latin typeface="Arial"/>
                <a:cs typeface="Arial"/>
              </a:rPr>
              <a:t>Camperdown</a:t>
            </a:r>
            <a:r>
              <a:rPr lang="en-AU" sz="1800" spc="-30">
                <a:latin typeface="Arial"/>
                <a:cs typeface="Arial"/>
              </a:rPr>
              <a:t> </a:t>
            </a:r>
            <a:r>
              <a:rPr lang="en-AU" sz="1800">
                <a:latin typeface="Arial"/>
                <a:cs typeface="Arial"/>
              </a:rPr>
              <a:t>Campus</a:t>
            </a:r>
            <a:r>
              <a:rPr lang="en-AU" sz="1800" spc="-35">
                <a:latin typeface="Arial"/>
                <a:cs typeface="Arial"/>
              </a:rPr>
              <a:t> </a:t>
            </a:r>
            <a:r>
              <a:rPr lang="en-AU" sz="1800">
                <a:latin typeface="Arial"/>
                <a:cs typeface="Arial"/>
              </a:rPr>
              <a:t>sits</a:t>
            </a:r>
            <a:r>
              <a:rPr lang="en-AU" sz="1800" spc="-30">
                <a:latin typeface="Arial"/>
                <a:cs typeface="Arial"/>
              </a:rPr>
              <a:t> </a:t>
            </a:r>
            <a:r>
              <a:rPr lang="en-AU" sz="1800">
                <a:latin typeface="Arial"/>
                <a:cs typeface="Arial"/>
              </a:rPr>
              <a:t>on</a:t>
            </a:r>
            <a:r>
              <a:rPr lang="en-AU" sz="1800" spc="-30">
                <a:latin typeface="Arial"/>
                <a:cs typeface="Arial"/>
              </a:rPr>
              <a:t> </a:t>
            </a:r>
            <a:r>
              <a:rPr lang="en-AU" sz="1800">
                <a:latin typeface="Arial"/>
                <a:cs typeface="Arial"/>
              </a:rPr>
              <a:t>the</a:t>
            </a:r>
            <a:r>
              <a:rPr lang="en-AU" sz="1800" spc="-35">
                <a:latin typeface="Arial"/>
                <a:cs typeface="Arial"/>
              </a:rPr>
              <a:t> </a:t>
            </a:r>
            <a:r>
              <a:rPr lang="en-AU" sz="1800">
                <a:latin typeface="Arial"/>
                <a:cs typeface="Arial"/>
              </a:rPr>
              <a:t>lands</a:t>
            </a:r>
            <a:r>
              <a:rPr lang="en-AU" sz="1800" spc="-30">
                <a:latin typeface="Arial"/>
                <a:cs typeface="Arial"/>
              </a:rPr>
              <a:t> </a:t>
            </a:r>
            <a:r>
              <a:rPr lang="en-AU" sz="1800">
                <a:latin typeface="Arial"/>
                <a:cs typeface="Arial"/>
              </a:rPr>
              <a:t>of</a:t>
            </a:r>
            <a:r>
              <a:rPr lang="en-AU" sz="1800" spc="-30">
                <a:latin typeface="Arial"/>
                <a:cs typeface="Arial"/>
              </a:rPr>
              <a:t> </a:t>
            </a:r>
            <a:r>
              <a:rPr lang="en-AU" sz="1800" spc="-25">
                <a:latin typeface="Arial"/>
                <a:cs typeface="Arial"/>
              </a:rPr>
              <a:t>the </a:t>
            </a:r>
            <a:r>
              <a:rPr lang="en-AU" sz="1800">
                <a:latin typeface="Arial"/>
                <a:cs typeface="Arial"/>
              </a:rPr>
              <a:t>Gadigal</a:t>
            </a:r>
            <a:r>
              <a:rPr lang="en-AU" sz="1800" spc="-10">
                <a:latin typeface="Arial"/>
                <a:cs typeface="Arial"/>
              </a:rPr>
              <a:t> </a:t>
            </a:r>
            <a:r>
              <a:rPr lang="en-AU" sz="1800">
                <a:latin typeface="Arial"/>
                <a:cs typeface="Arial"/>
              </a:rPr>
              <a:t>people</a:t>
            </a:r>
            <a:r>
              <a:rPr lang="en-AU" sz="1800" spc="-10">
                <a:latin typeface="Arial"/>
                <a:cs typeface="Arial"/>
              </a:rPr>
              <a:t> </a:t>
            </a:r>
            <a:r>
              <a:rPr lang="en-AU" sz="1800">
                <a:latin typeface="Arial"/>
                <a:cs typeface="Arial"/>
              </a:rPr>
              <a:t>with</a:t>
            </a:r>
            <a:r>
              <a:rPr lang="en-AU" sz="1800" spc="-10">
                <a:latin typeface="Arial"/>
                <a:cs typeface="Arial"/>
              </a:rPr>
              <a:t> </a:t>
            </a:r>
            <a:r>
              <a:rPr lang="en-AU" sz="1800">
                <a:latin typeface="Arial"/>
                <a:cs typeface="Arial"/>
              </a:rPr>
              <a:t>campuses,</a:t>
            </a:r>
            <a:r>
              <a:rPr lang="en-AU" sz="1800" spc="-5">
                <a:latin typeface="Arial"/>
                <a:cs typeface="Arial"/>
              </a:rPr>
              <a:t> </a:t>
            </a:r>
            <a:r>
              <a:rPr lang="en-AU" sz="1800">
                <a:latin typeface="Arial"/>
                <a:cs typeface="Arial"/>
              </a:rPr>
              <a:t>teaching</a:t>
            </a:r>
            <a:r>
              <a:rPr lang="en-AU" sz="1800" spc="-10">
                <a:latin typeface="Arial"/>
                <a:cs typeface="Arial"/>
              </a:rPr>
              <a:t> </a:t>
            </a:r>
            <a:r>
              <a:rPr lang="en-AU" sz="1800">
                <a:latin typeface="Arial"/>
                <a:cs typeface="Arial"/>
              </a:rPr>
              <a:t>and</a:t>
            </a:r>
            <a:r>
              <a:rPr lang="en-AU" sz="1800" spc="-10">
                <a:latin typeface="Arial"/>
                <a:cs typeface="Arial"/>
              </a:rPr>
              <a:t> </a:t>
            </a:r>
            <a:r>
              <a:rPr lang="en-AU" sz="1800">
                <a:latin typeface="Arial"/>
                <a:cs typeface="Arial"/>
              </a:rPr>
              <a:t>research</a:t>
            </a:r>
            <a:r>
              <a:rPr lang="en-AU" sz="1800" spc="-5">
                <a:latin typeface="Arial"/>
                <a:cs typeface="Arial"/>
              </a:rPr>
              <a:t> </a:t>
            </a:r>
            <a:r>
              <a:rPr lang="en-AU" sz="1800">
                <a:latin typeface="Arial"/>
                <a:cs typeface="Arial"/>
              </a:rPr>
              <a:t>facilities</a:t>
            </a:r>
            <a:r>
              <a:rPr lang="en-AU" sz="1800" spc="-5">
                <a:latin typeface="Arial"/>
                <a:cs typeface="Arial"/>
              </a:rPr>
              <a:t> </a:t>
            </a:r>
            <a:r>
              <a:rPr lang="en-AU" sz="1800">
                <a:latin typeface="Arial"/>
                <a:cs typeface="Arial"/>
              </a:rPr>
              <a:t>on</a:t>
            </a:r>
            <a:r>
              <a:rPr lang="en-AU" sz="1800" spc="-10">
                <a:latin typeface="Arial"/>
                <a:cs typeface="Arial"/>
              </a:rPr>
              <a:t> </a:t>
            </a:r>
            <a:r>
              <a:rPr lang="en-AU" sz="1800" spc="-25">
                <a:latin typeface="Arial"/>
                <a:cs typeface="Arial"/>
              </a:rPr>
              <a:t>the </a:t>
            </a:r>
            <a:r>
              <a:rPr lang="en-AU" sz="1800">
                <a:latin typeface="Arial"/>
                <a:cs typeface="Arial"/>
              </a:rPr>
              <a:t>lands</a:t>
            </a:r>
            <a:r>
              <a:rPr lang="en-AU" sz="1800" spc="-45">
                <a:latin typeface="Arial"/>
                <a:cs typeface="Arial"/>
              </a:rPr>
              <a:t> </a:t>
            </a:r>
            <a:r>
              <a:rPr lang="en-AU" sz="1800">
                <a:latin typeface="Arial"/>
                <a:cs typeface="Arial"/>
              </a:rPr>
              <a:t>of</a:t>
            </a:r>
            <a:r>
              <a:rPr lang="en-AU" sz="1800" spc="-35">
                <a:latin typeface="Arial"/>
                <a:cs typeface="Arial"/>
              </a:rPr>
              <a:t> </a:t>
            </a:r>
            <a:r>
              <a:rPr lang="en-AU" sz="1800">
                <a:latin typeface="Arial"/>
                <a:cs typeface="Arial"/>
              </a:rPr>
              <a:t>the</a:t>
            </a:r>
            <a:r>
              <a:rPr lang="en-AU" sz="1800" spc="-25">
                <a:latin typeface="Arial"/>
                <a:cs typeface="Arial"/>
              </a:rPr>
              <a:t> </a:t>
            </a:r>
            <a:r>
              <a:rPr lang="en-AU" sz="1800" err="1">
                <a:latin typeface="Arial"/>
                <a:cs typeface="Arial"/>
              </a:rPr>
              <a:t>Gamaraygal</a:t>
            </a:r>
            <a:r>
              <a:rPr lang="en-AU" sz="1800">
                <a:latin typeface="Arial"/>
                <a:cs typeface="Arial"/>
              </a:rPr>
              <a:t>,</a:t>
            </a:r>
            <a:r>
              <a:rPr lang="en-AU" sz="1800" spc="-30">
                <a:latin typeface="Arial"/>
                <a:cs typeface="Arial"/>
              </a:rPr>
              <a:t> </a:t>
            </a:r>
            <a:r>
              <a:rPr lang="en-AU" sz="1800" err="1">
                <a:latin typeface="Arial"/>
                <a:cs typeface="Arial"/>
              </a:rPr>
              <a:t>Dharug</a:t>
            </a:r>
            <a:r>
              <a:rPr lang="en-AU" sz="1800">
                <a:latin typeface="Arial"/>
                <a:cs typeface="Arial"/>
              </a:rPr>
              <a:t>,</a:t>
            </a:r>
            <a:r>
              <a:rPr lang="en-AU" sz="1800" spc="-30">
                <a:latin typeface="Arial"/>
                <a:cs typeface="Arial"/>
              </a:rPr>
              <a:t> </a:t>
            </a:r>
            <a:r>
              <a:rPr lang="en-AU" sz="1800" err="1">
                <a:latin typeface="Arial"/>
                <a:cs typeface="Arial"/>
              </a:rPr>
              <a:t>Wangal</a:t>
            </a:r>
            <a:r>
              <a:rPr lang="en-AU" sz="1800">
                <a:latin typeface="Arial"/>
                <a:cs typeface="Arial"/>
              </a:rPr>
              <a:t>,</a:t>
            </a:r>
            <a:r>
              <a:rPr lang="en-AU" sz="1800" spc="-35">
                <a:latin typeface="Arial"/>
                <a:cs typeface="Arial"/>
              </a:rPr>
              <a:t> </a:t>
            </a:r>
            <a:r>
              <a:rPr lang="en-AU" sz="1800" err="1">
                <a:latin typeface="Arial"/>
                <a:cs typeface="Arial"/>
              </a:rPr>
              <a:t>Darkinyung</a:t>
            </a:r>
            <a:r>
              <a:rPr lang="en-AU" sz="1800">
                <a:latin typeface="Arial"/>
                <a:cs typeface="Arial"/>
              </a:rPr>
              <a:t>,</a:t>
            </a:r>
            <a:r>
              <a:rPr lang="en-AU" sz="1800" spc="-30">
                <a:latin typeface="Arial"/>
                <a:cs typeface="Arial"/>
              </a:rPr>
              <a:t> </a:t>
            </a:r>
            <a:r>
              <a:rPr lang="en-AU" sz="1800" spc="-10" err="1">
                <a:latin typeface="Arial"/>
                <a:cs typeface="Arial"/>
              </a:rPr>
              <a:t>Burramadagal</a:t>
            </a:r>
            <a:r>
              <a:rPr lang="en-AU" sz="1800" spc="-10">
                <a:latin typeface="Arial"/>
                <a:cs typeface="Arial"/>
              </a:rPr>
              <a:t>, </a:t>
            </a:r>
            <a:r>
              <a:rPr lang="en-AU" sz="1800" err="1">
                <a:latin typeface="Arial"/>
                <a:cs typeface="Arial"/>
              </a:rPr>
              <a:t>Dharawal</a:t>
            </a:r>
            <a:r>
              <a:rPr lang="en-AU" sz="1800">
                <a:latin typeface="Arial"/>
                <a:cs typeface="Arial"/>
              </a:rPr>
              <a:t>,</a:t>
            </a:r>
            <a:r>
              <a:rPr lang="en-AU" sz="1800" spc="-30">
                <a:latin typeface="Arial"/>
                <a:cs typeface="Arial"/>
              </a:rPr>
              <a:t> </a:t>
            </a:r>
            <a:r>
              <a:rPr lang="en-AU" sz="1800" err="1">
                <a:latin typeface="Arial"/>
                <a:cs typeface="Arial"/>
              </a:rPr>
              <a:t>Gandangara</a:t>
            </a:r>
            <a:r>
              <a:rPr lang="en-AU" sz="1800">
                <a:latin typeface="Arial"/>
                <a:cs typeface="Arial"/>
              </a:rPr>
              <a:t>,</a:t>
            </a:r>
            <a:r>
              <a:rPr lang="en-AU" sz="1800" spc="-10">
                <a:latin typeface="Arial"/>
                <a:cs typeface="Arial"/>
              </a:rPr>
              <a:t> Gamilaraay,</a:t>
            </a:r>
            <a:r>
              <a:rPr lang="en-AU" sz="1800" spc="-15">
                <a:latin typeface="Arial"/>
                <a:cs typeface="Arial"/>
              </a:rPr>
              <a:t> </a:t>
            </a:r>
            <a:r>
              <a:rPr lang="en-AU" sz="1800" err="1">
                <a:latin typeface="Arial"/>
                <a:cs typeface="Arial"/>
              </a:rPr>
              <a:t>Barkindji</a:t>
            </a:r>
            <a:r>
              <a:rPr lang="en-AU" sz="1800">
                <a:latin typeface="Arial"/>
                <a:cs typeface="Arial"/>
              </a:rPr>
              <a:t>,</a:t>
            </a:r>
            <a:r>
              <a:rPr lang="en-AU" sz="1800" spc="-10">
                <a:latin typeface="Arial"/>
                <a:cs typeface="Arial"/>
              </a:rPr>
              <a:t> </a:t>
            </a:r>
            <a:r>
              <a:rPr lang="en-AU" sz="1800">
                <a:latin typeface="Arial"/>
                <a:cs typeface="Arial"/>
              </a:rPr>
              <a:t>Bundjalung,</a:t>
            </a:r>
            <a:r>
              <a:rPr lang="en-AU" sz="1800" spc="-10">
                <a:latin typeface="Arial"/>
                <a:cs typeface="Arial"/>
              </a:rPr>
              <a:t> Wiradjuri, </a:t>
            </a:r>
            <a:r>
              <a:rPr lang="en-AU" sz="1800" err="1">
                <a:latin typeface="Arial"/>
                <a:cs typeface="Arial"/>
              </a:rPr>
              <a:t>Ngunawal</a:t>
            </a:r>
            <a:r>
              <a:rPr lang="en-AU" sz="1800">
                <a:latin typeface="Arial"/>
                <a:cs typeface="Arial"/>
              </a:rPr>
              <a:t>,</a:t>
            </a:r>
            <a:r>
              <a:rPr lang="en-AU" sz="1800" spc="-15">
                <a:latin typeface="Arial"/>
                <a:cs typeface="Arial"/>
              </a:rPr>
              <a:t> </a:t>
            </a:r>
            <a:r>
              <a:rPr lang="en-AU" sz="1800" err="1">
                <a:latin typeface="Arial"/>
                <a:cs typeface="Arial"/>
              </a:rPr>
              <a:t>Gureng</a:t>
            </a:r>
            <a:r>
              <a:rPr lang="en-AU" sz="1800" spc="-10">
                <a:latin typeface="Arial"/>
                <a:cs typeface="Arial"/>
              </a:rPr>
              <a:t> </a:t>
            </a:r>
            <a:r>
              <a:rPr lang="en-AU" sz="1800" err="1">
                <a:latin typeface="Arial"/>
                <a:cs typeface="Arial"/>
              </a:rPr>
              <a:t>Gureng</a:t>
            </a:r>
            <a:r>
              <a:rPr lang="en-AU" sz="1800">
                <a:latin typeface="Arial"/>
                <a:cs typeface="Arial"/>
              </a:rPr>
              <a:t>,</a:t>
            </a:r>
            <a:r>
              <a:rPr lang="en-AU" sz="1800" spc="-10">
                <a:latin typeface="Arial"/>
                <a:cs typeface="Arial"/>
              </a:rPr>
              <a:t> </a:t>
            </a:r>
            <a:r>
              <a:rPr lang="en-AU" sz="1800">
                <a:latin typeface="Arial"/>
                <a:cs typeface="Arial"/>
              </a:rPr>
              <a:t>and</a:t>
            </a:r>
            <a:r>
              <a:rPr lang="en-AU" sz="1800" spc="-15">
                <a:latin typeface="Arial"/>
                <a:cs typeface="Arial"/>
              </a:rPr>
              <a:t> </a:t>
            </a:r>
            <a:r>
              <a:rPr lang="en-AU" sz="1800" err="1">
                <a:latin typeface="Arial"/>
                <a:cs typeface="Arial"/>
              </a:rPr>
              <a:t>Gagadju</a:t>
            </a:r>
            <a:r>
              <a:rPr lang="en-AU" sz="1800" spc="-10">
                <a:latin typeface="Arial"/>
                <a:cs typeface="Arial"/>
              </a:rPr>
              <a:t> peoples.</a:t>
            </a:r>
            <a:endParaRPr lang="en-AU" sz="1800">
              <a:latin typeface="Arial"/>
              <a:cs typeface="Arial"/>
            </a:endParaRPr>
          </a:p>
        </p:txBody>
      </p:sp>
      <p:pic>
        <p:nvPicPr>
          <p:cNvPr id="3" name="Graphic 2">
            <a:extLst>
              <a:ext uri="{FF2B5EF4-FFF2-40B4-BE49-F238E27FC236}">
                <a16:creationId xmlns:a16="http://schemas.microsoft.com/office/drawing/2014/main" id="{AFE6B5EA-D71E-5840-6F2F-FE964EA7C1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4800" y="3435408"/>
            <a:ext cx="4495800" cy="836718"/>
          </a:xfrm>
          <a:prstGeom prst="rect">
            <a:avLst/>
          </a:prstGeom>
        </p:spPr>
      </p:pic>
    </p:spTree>
    <p:extLst>
      <p:ext uri="{BB962C8B-B14F-4D97-AF65-F5344CB8AC3E}">
        <p14:creationId xmlns:p14="http://schemas.microsoft.com/office/powerpoint/2010/main" val="71224280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cknowledgement of Country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2DBAA-0372-EA1B-CAD1-7C9766B4464D}"/>
              </a:ext>
            </a:extLst>
          </p:cNvPr>
          <p:cNvSpPr>
            <a:spLocks noGrp="1"/>
          </p:cNvSpPr>
          <p:nvPr>
            <p:ph type="body" sz="quarter" idx="11" hasCustomPrompt="1"/>
          </p:nvPr>
        </p:nvSpPr>
        <p:spPr>
          <a:xfrm>
            <a:off x="584200" y="984068"/>
            <a:ext cx="5511800" cy="1511482"/>
          </a:xfrm>
          <a:prstGeom prst="rect">
            <a:avLst/>
          </a:prstGeom>
        </p:spPr>
        <p:txBody>
          <a:bodyPr lIns="0" tIns="0" rIns="0" bIns="0"/>
          <a:lstStyle>
            <a:lvl1pPr marL="0" indent="0" algn="l">
              <a:buNone/>
              <a:defRPr>
                <a:solidFill>
                  <a:schemeClr val="tx1"/>
                </a:solidFill>
              </a:defRPr>
            </a:lvl1pPr>
          </a:lstStyle>
          <a:p>
            <a:pPr marL="12700" marR="5080">
              <a:lnSpc>
                <a:spcPct val="100000"/>
              </a:lnSpc>
              <a:spcBef>
                <a:spcPts val="100"/>
              </a:spcBef>
            </a:pPr>
            <a:r>
              <a:rPr lang="en-AU" sz="1800" i="0">
                <a:latin typeface="Arial"/>
                <a:cs typeface="Arial"/>
              </a:rPr>
              <a:t>Add in own text for Acknowledgement of Country 18pt</a:t>
            </a:r>
            <a:endParaRPr lang="en-AU" sz="1800" i="0" spc="-20">
              <a:latin typeface="Arial"/>
              <a:cs typeface="Arial"/>
            </a:endParaRPr>
          </a:p>
        </p:txBody>
      </p:sp>
      <p:pic>
        <p:nvPicPr>
          <p:cNvPr id="4" name="Graphic 3">
            <a:extLst>
              <a:ext uri="{FF2B5EF4-FFF2-40B4-BE49-F238E27FC236}">
                <a16:creationId xmlns:a16="http://schemas.microsoft.com/office/drawing/2014/main" id="{8A8E0A38-BB43-C185-B50B-304F295C58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4800" y="3435408"/>
            <a:ext cx="4495800" cy="836718"/>
          </a:xfrm>
          <a:prstGeom prst="rect">
            <a:avLst/>
          </a:prstGeom>
        </p:spPr>
      </p:pic>
    </p:spTree>
    <p:extLst>
      <p:ext uri="{BB962C8B-B14F-4D97-AF65-F5344CB8AC3E}">
        <p14:creationId xmlns:p14="http://schemas.microsoft.com/office/powerpoint/2010/main" val="3817974912"/>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2"/>
      </p:bgRef>
    </p:bg>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D74546F0-922A-43AF-F76C-2BA2453F5BBF}"/>
              </a:ext>
            </a:extLst>
          </p:cNvPr>
          <p:cNvSpPr txBox="1">
            <a:spLocks/>
          </p:cNvSpPr>
          <p:nvPr userDrawn="1"/>
        </p:nvSpPr>
        <p:spPr>
          <a:xfrm>
            <a:off x="571501" y="1200150"/>
            <a:ext cx="3055937" cy="3000132"/>
          </a:xfrm>
          <a:prstGeom prst="rect">
            <a:avLst/>
          </a:prstGeom>
        </p:spPr>
        <p:txBody>
          <a:bodyPr lIns="0" tIns="0" rIns="0" bIns="0"/>
          <a:lstStyle>
            <a:lvl1pPr marL="171450" indent="-171450">
              <a:buClr>
                <a:schemeClr val="tx2"/>
              </a:buClr>
              <a:buFont typeface="Arial" panose="020B0604020202020204" pitchFamily="34" charset="0"/>
              <a:buChar char="•"/>
              <a:defRPr>
                <a:solidFill>
                  <a:schemeClr val="tx2"/>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Font typeface="Arial" panose="020B0604020202020204" pitchFamily="34" charset="0"/>
              <a:buNone/>
            </a:pPr>
            <a:r>
              <a:rPr lang="en-US" sz="1300"/>
              <a:t>Supporting you with:</a:t>
            </a:r>
          </a:p>
          <a:p>
            <a:pPr marL="0" indent="0">
              <a:buFont typeface="Arial" panose="020B0604020202020204" pitchFamily="34" charset="0"/>
              <a:buNone/>
            </a:pPr>
            <a:endParaRPr lang="en-US" sz="1300"/>
          </a:p>
          <a:p>
            <a:pPr marL="0" indent="0">
              <a:buFont typeface="Arial" panose="020B0604020202020204" pitchFamily="34" charset="0"/>
              <a:buNone/>
            </a:pPr>
            <a:r>
              <a:rPr lang="en-US" sz="1300"/>
              <a:t>     - Co-curricular Activities</a:t>
            </a:r>
          </a:p>
          <a:p>
            <a:pPr marL="0" indent="0">
              <a:buFont typeface="Arial" panose="020B0604020202020204" pitchFamily="34" charset="0"/>
              <a:buNone/>
            </a:pPr>
            <a:endParaRPr lang="en-US" sz="1300"/>
          </a:p>
          <a:p>
            <a:pPr marL="0" indent="0">
              <a:buFont typeface="Arial" panose="020B0604020202020204" pitchFamily="34" charset="0"/>
              <a:buNone/>
            </a:pPr>
            <a:r>
              <a:rPr lang="en-US" sz="1300"/>
              <a:t>     - Academic &amp; Learning Support</a:t>
            </a:r>
          </a:p>
          <a:p>
            <a:pPr marL="0" indent="0">
              <a:buFont typeface="Arial" panose="020B0604020202020204" pitchFamily="34" charset="0"/>
              <a:buNone/>
            </a:pPr>
            <a:endParaRPr lang="en-US" sz="1300"/>
          </a:p>
          <a:p>
            <a:pPr marL="0" indent="0">
              <a:buFont typeface="Arial" panose="020B0604020202020204" pitchFamily="34" charset="0"/>
              <a:buNone/>
            </a:pPr>
            <a:r>
              <a:rPr lang="en-US" sz="1300"/>
              <a:t>     - Health, Disability &amp; Wellbeing</a:t>
            </a:r>
          </a:p>
          <a:p>
            <a:pPr marL="0" indent="0">
              <a:buFont typeface="Arial" panose="020B0604020202020204" pitchFamily="34" charset="0"/>
              <a:buNone/>
            </a:pPr>
            <a:endParaRPr lang="en-US" sz="1300"/>
          </a:p>
          <a:p>
            <a:pPr marL="0" indent="0">
              <a:buFont typeface="Arial" panose="020B0604020202020204" pitchFamily="34" charset="0"/>
              <a:buNone/>
            </a:pPr>
            <a:r>
              <a:rPr lang="en-US" sz="1300"/>
              <a:t>     - Sexual Misconduct</a:t>
            </a:r>
          </a:p>
          <a:p>
            <a:pPr marL="0" indent="0">
              <a:buFont typeface="Arial" panose="020B0604020202020204" pitchFamily="34" charset="0"/>
              <a:buNone/>
            </a:pPr>
            <a:endParaRPr lang="en-US" sz="1300"/>
          </a:p>
          <a:p>
            <a:pPr marL="0" indent="0">
              <a:buFont typeface="Arial" panose="020B0604020202020204" pitchFamily="34" charset="0"/>
              <a:buNone/>
            </a:pPr>
            <a:r>
              <a:rPr lang="en-US" sz="1300"/>
              <a:t>     - Financial Support</a:t>
            </a:r>
          </a:p>
          <a:p>
            <a:pPr marL="0" indent="0">
              <a:buFont typeface="Arial" panose="020B0604020202020204" pitchFamily="34" charset="0"/>
              <a:buNone/>
            </a:pPr>
            <a:endParaRPr lang="en-US" sz="1300"/>
          </a:p>
          <a:p>
            <a:pPr marL="0" indent="0">
              <a:buFont typeface="Arial" panose="020B0604020202020204" pitchFamily="34" charset="0"/>
              <a:buNone/>
            </a:pPr>
            <a:r>
              <a:rPr lang="en-US" sz="1300"/>
              <a:t>     - Bullying &amp; Harassment</a:t>
            </a:r>
          </a:p>
        </p:txBody>
      </p:sp>
      <p:pic>
        <p:nvPicPr>
          <p:cNvPr id="5" name="Picture Placeholder 3" descr="Four people walking through the main entrance to the Quadrangle.">
            <a:extLst>
              <a:ext uri="{FF2B5EF4-FFF2-40B4-BE49-F238E27FC236}">
                <a16:creationId xmlns:a16="http://schemas.microsoft.com/office/drawing/2014/main" id="{F7ED3CB8-A125-3F6D-F9F2-DF091420B3E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4562083" y="0"/>
            <a:ext cx="4581917" cy="5143500"/>
          </a:xfrm>
          <a:prstGeom prst="rect">
            <a:avLst/>
          </a:prstGeom>
          <a:solidFill>
            <a:schemeClr val="bg2"/>
          </a:solidFill>
        </p:spPr>
      </p:pic>
      <p:grpSp>
        <p:nvGrpSpPr>
          <p:cNvPr id="6" name="Group 5">
            <a:extLst>
              <a:ext uri="{FF2B5EF4-FFF2-40B4-BE49-F238E27FC236}">
                <a16:creationId xmlns:a16="http://schemas.microsoft.com/office/drawing/2014/main" id="{D61C8724-13AD-A382-B9BF-D29BD4103FC3}"/>
              </a:ext>
              <a:ext uri="{C183D7F6-B498-43B3-948B-1728B52AA6E4}">
                <adec:decorative xmlns:adec="http://schemas.microsoft.com/office/drawing/2017/decorative" val="1"/>
              </a:ext>
            </a:extLst>
          </p:cNvPr>
          <p:cNvGrpSpPr/>
          <p:nvPr userDrawn="1"/>
        </p:nvGrpSpPr>
        <p:grpSpPr>
          <a:xfrm>
            <a:off x="3429000" y="4019550"/>
            <a:ext cx="759557" cy="759557"/>
            <a:chOff x="3514529" y="3257550"/>
            <a:chExt cx="759557" cy="759557"/>
          </a:xfrm>
        </p:grpSpPr>
        <p:sp>
          <p:nvSpPr>
            <p:cNvPr id="7" name="Rectangle 6">
              <a:extLst>
                <a:ext uri="{FF2B5EF4-FFF2-40B4-BE49-F238E27FC236}">
                  <a16:creationId xmlns:a16="http://schemas.microsoft.com/office/drawing/2014/main" id="{2CF48B21-6483-89F4-DD27-36BC12586B71}"/>
                </a:ext>
              </a:extLst>
            </p:cNvPr>
            <p:cNvSpPr/>
            <p:nvPr/>
          </p:nvSpPr>
          <p:spPr>
            <a:xfrm>
              <a:off x="3514529" y="3257550"/>
              <a:ext cx="759557" cy="7595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qr code on a white background&#10;&#10;Description automatically generated">
              <a:extLst>
                <a:ext uri="{FF2B5EF4-FFF2-40B4-BE49-F238E27FC236}">
                  <a16:creationId xmlns:a16="http://schemas.microsoft.com/office/drawing/2014/main" id="{118CC9F0-CBFB-6D99-0F0D-E855F5D479B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529478" y="3273668"/>
              <a:ext cx="729658" cy="727319"/>
            </a:xfrm>
            <a:prstGeom prst="rect">
              <a:avLst/>
            </a:prstGeom>
          </p:spPr>
        </p:pic>
      </p:grpSp>
      <p:sp>
        <p:nvSpPr>
          <p:cNvPr id="9" name="Title 8">
            <a:extLst>
              <a:ext uri="{FF2B5EF4-FFF2-40B4-BE49-F238E27FC236}">
                <a16:creationId xmlns:a16="http://schemas.microsoft.com/office/drawing/2014/main" id="{C8B58231-720A-3A7A-2505-4957ADE7A1CE}"/>
              </a:ext>
            </a:extLst>
          </p:cNvPr>
          <p:cNvSpPr>
            <a:spLocks noGrp="1"/>
          </p:cNvSpPr>
          <p:nvPr>
            <p:ph type="title" hasCustomPrompt="1"/>
          </p:nvPr>
        </p:nvSpPr>
        <p:spPr>
          <a:xfrm>
            <a:off x="551448" y="590550"/>
            <a:ext cx="4010635" cy="993775"/>
          </a:xfrm>
          <a:prstGeom prst="rect">
            <a:avLst/>
          </a:prstGeom>
        </p:spPr>
        <p:txBody>
          <a:bodyPr/>
          <a:lstStyle/>
          <a:p>
            <a:r>
              <a:rPr lang="en-US"/>
              <a:t>Student </a:t>
            </a:r>
            <a:r>
              <a:rPr lang="en-US" i="1"/>
              <a:t>Life</a:t>
            </a:r>
            <a:endParaRPr lang="en-US"/>
          </a:p>
        </p:txBody>
      </p:sp>
    </p:spTree>
    <p:extLst>
      <p:ext uri="{BB962C8B-B14F-4D97-AF65-F5344CB8AC3E}">
        <p14:creationId xmlns:p14="http://schemas.microsoft.com/office/powerpoint/2010/main" val="3326991943"/>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rgbClr val="FFEDE1"/>
        </a:solidFill>
        <a:effectLst/>
      </p:bgPr>
    </p:bg>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1021CAD2-32FB-6D33-26E6-599142AFFE16}"/>
              </a:ext>
            </a:extLst>
          </p:cNvPr>
          <p:cNvSpPr txBox="1">
            <a:spLocks/>
          </p:cNvSpPr>
          <p:nvPr userDrawn="1"/>
        </p:nvSpPr>
        <p:spPr>
          <a:xfrm>
            <a:off x="571501" y="1581150"/>
            <a:ext cx="4671350" cy="3000132"/>
          </a:xfrm>
          <a:prstGeom prst="rect">
            <a:avLst/>
          </a:prstGeom>
        </p:spPr>
        <p:txBody>
          <a:bodyPr lIns="0" tIns="0" rIns="0" bIns="0"/>
          <a:lstStyle>
            <a:lvl1pPr marL="171450" indent="-171450">
              <a:buClr>
                <a:schemeClr val="tx2"/>
              </a:buClr>
              <a:buFont typeface="Arial" panose="020B0604020202020204" pitchFamily="34" charset="0"/>
              <a:buChar char="•"/>
              <a:defRPr>
                <a:solidFill>
                  <a:schemeClr val="tx2"/>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Font typeface="Arial" panose="020B0604020202020204" pitchFamily="34" charset="0"/>
              <a:buNone/>
            </a:pPr>
            <a:r>
              <a:rPr lang="en-US" sz="1300"/>
              <a:t>Informed by our University experts and addressing our unique needs as a place of work, study and research:</a:t>
            </a:r>
          </a:p>
          <a:p>
            <a:pPr marL="0" indent="0">
              <a:buFont typeface="Arial" panose="020B0604020202020204" pitchFamily="34" charset="0"/>
              <a:buNone/>
            </a:pPr>
            <a:endParaRPr lang="en-US" sz="1300"/>
          </a:p>
          <a:p>
            <a:pPr>
              <a:buFont typeface="System Font Regular"/>
              <a:buChar char="-"/>
            </a:pPr>
            <a:r>
              <a:rPr lang="en-US" sz="1300" b="1"/>
              <a:t>Supporting health: </a:t>
            </a:r>
            <a:r>
              <a:rPr lang="en-US" sz="1300"/>
              <a:t>staff health support services, including return to work and workplace adjustments, counselling and coaching</a:t>
            </a:r>
          </a:p>
          <a:p>
            <a:pPr marL="0" indent="0">
              <a:buNone/>
            </a:pPr>
            <a:endParaRPr lang="en-US" sz="1300"/>
          </a:p>
          <a:p>
            <a:pPr>
              <a:buFont typeface="System Font Regular"/>
              <a:buChar char="-"/>
            </a:pPr>
            <a:r>
              <a:rPr lang="en-US" sz="1300" b="1"/>
              <a:t>Preventing harm: </a:t>
            </a:r>
            <a:r>
              <a:rPr lang="en-US" sz="1300"/>
              <a:t>psychosocial hazards, leader-specific toolkits, Fitness Passport and our flu vaccination program</a:t>
            </a:r>
          </a:p>
          <a:p>
            <a:pPr marL="0" indent="0">
              <a:buNone/>
            </a:pPr>
            <a:endParaRPr lang="en-US" sz="1300"/>
          </a:p>
          <a:p>
            <a:pPr>
              <a:buFont typeface="System Font Regular"/>
              <a:buChar char="-"/>
            </a:pPr>
            <a:r>
              <a:rPr lang="en-US" sz="1300" b="1"/>
              <a:t>Promoting thriving: </a:t>
            </a:r>
            <a:r>
              <a:rPr lang="en-US" sz="1300"/>
              <a:t>health and wellbeing events, learning and development, Wellbeing Champions network</a:t>
            </a:r>
          </a:p>
        </p:txBody>
      </p:sp>
      <p:grpSp>
        <p:nvGrpSpPr>
          <p:cNvPr id="5" name="Group 4">
            <a:extLst>
              <a:ext uri="{FF2B5EF4-FFF2-40B4-BE49-F238E27FC236}">
                <a16:creationId xmlns:a16="http://schemas.microsoft.com/office/drawing/2014/main" id="{18A93E48-6357-3857-6034-2F2978854F54}"/>
              </a:ext>
              <a:ext uri="{C183D7F6-B498-43B3-948B-1728B52AA6E4}">
                <adec:decorative xmlns:adec="http://schemas.microsoft.com/office/drawing/2017/decorative" val="1"/>
              </a:ext>
            </a:extLst>
          </p:cNvPr>
          <p:cNvGrpSpPr/>
          <p:nvPr userDrawn="1"/>
        </p:nvGrpSpPr>
        <p:grpSpPr>
          <a:xfrm>
            <a:off x="4945754" y="4019550"/>
            <a:ext cx="759557" cy="759557"/>
            <a:chOff x="5257800" y="4019550"/>
            <a:chExt cx="759557" cy="759557"/>
          </a:xfrm>
        </p:grpSpPr>
        <p:sp>
          <p:nvSpPr>
            <p:cNvPr id="6" name="Rectangle 5">
              <a:extLst>
                <a:ext uri="{FF2B5EF4-FFF2-40B4-BE49-F238E27FC236}">
                  <a16:creationId xmlns:a16="http://schemas.microsoft.com/office/drawing/2014/main" id="{8DD3BC1C-AEEF-7D31-694C-745B778D56B5}"/>
                </a:ext>
              </a:extLst>
            </p:cNvPr>
            <p:cNvSpPr/>
            <p:nvPr/>
          </p:nvSpPr>
          <p:spPr>
            <a:xfrm>
              <a:off x="5257800" y="4019550"/>
              <a:ext cx="759557" cy="7595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24A0F239-AC4D-1E3F-298B-AEDB82F15898}"/>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5280989" y="4045581"/>
              <a:ext cx="707494" cy="707493"/>
            </a:xfrm>
            <a:prstGeom prst="rect">
              <a:avLst/>
            </a:prstGeom>
          </p:spPr>
        </p:pic>
      </p:grpSp>
      <p:pic>
        <p:nvPicPr>
          <p:cNvPr id="8" name="Picture Placeholder 3" descr="A group of people sitting at a table in the Quadrangle lawns during a function, with others standing in the background.">
            <a:extLst>
              <a:ext uri="{FF2B5EF4-FFF2-40B4-BE49-F238E27FC236}">
                <a16:creationId xmlns:a16="http://schemas.microsoft.com/office/drawing/2014/main" id="{99AB24B3-5E38-51B7-4D53-F7F15C8665AD}"/>
              </a:ext>
            </a:extLst>
          </p:cNvPr>
          <p:cNvPicPr>
            <a:picLocks/>
          </p:cNvPicPr>
          <p:nvPr userDrawn="1"/>
        </p:nvPicPr>
        <p:blipFill>
          <a:blip r:embed="rId3" cstate="email">
            <a:extLst>
              <a:ext uri="{28A0092B-C50C-407E-A947-70E740481C1C}">
                <a14:useLocalDpi xmlns:a14="http://schemas.microsoft.com/office/drawing/2010/main"/>
              </a:ext>
            </a:extLst>
          </a:blip>
          <a:srcRect/>
          <a:stretch/>
        </p:blipFill>
        <p:spPr>
          <a:xfrm>
            <a:off x="6046298" y="0"/>
            <a:ext cx="3097702" cy="5143500"/>
          </a:xfrm>
          <a:prstGeom prst="rect">
            <a:avLst/>
          </a:prstGeom>
          <a:solidFill>
            <a:schemeClr val="bg2"/>
          </a:solidFill>
        </p:spPr>
      </p:pic>
      <p:sp>
        <p:nvSpPr>
          <p:cNvPr id="10" name="Title 9">
            <a:extLst>
              <a:ext uri="{FF2B5EF4-FFF2-40B4-BE49-F238E27FC236}">
                <a16:creationId xmlns:a16="http://schemas.microsoft.com/office/drawing/2014/main" id="{65E58CD4-2C75-EAAC-D753-D83D3C3E78B6}"/>
              </a:ext>
            </a:extLst>
          </p:cNvPr>
          <p:cNvSpPr>
            <a:spLocks noGrp="1"/>
          </p:cNvSpPr>
          <p:nvPr>
            <p:ph type="title" hasCustomPrompt="1"/>
          </p:nvPr>
        </p:nvSpPr>
        <p:spPr>
          <a:xfrm>
            <a:off x="558667" y="578461"/>
            <a:ext cx="7886700" cy="993775"/>
          </a:xfrm>
          <a:prstGeom prst="rect">
            <a:avLst/>
          </a:prstGeom>
        </p:spPr>
        <p:txBody>
          <a:bodyPr/>
          <a:lstStyle/>
          <a:p>
            <a:r>
              <a:rPr lang="en-US"/>
              <a:t>Staff Health and </a:t>
            </a:r>
            <a:br>
              <a:rPr lang="en-US"/>
            </a:br>
            <a:r>
              <a:rPr lang="en-US"/>
              <a:t>Wellbeing Program </a:t>
            </a:r>
            <a:r>
              <a:rPr lang="en-US" i="1"/>
              <a:t>2023-2026</a:t>
            </a:r>
            <a:endParaRPr lang="en-US"/>
          </a:p>
        </p:txBody>
      </p:sp>
    </p:spTree>
    <p:extLst>
      <p:ext uri="{BB962C8B-B14F-4D97-AF65-F5344CB8AC3E}">
        <p14:creationId xmlns:p14="http://schemas.microsoft.com/office/powerpoint/2010/main" val="339511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break 1">
    <p:bg>
      <p:bgPr>
        <a:solidFill>
          <a:schemeClr val="accent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0A2F580-458B-6978-E5C4-D439F8A8EF5E}"/>
              </a:ext>
            </a:extLst>
          </p:cNvPr>
          <p:cNvSpPr>
            <a:spLocks noGrp="1"/>
          </p:cNvSpPr>
          <p:nvPr>
            <p:ph type="body" sz="quarter" idx="17" hasCustomPrompt="1"/>
          </p:nvPr>
        </p:nvSpPr>
        <p:spPr>
          <a:xfrm>
            <a:off x="554966" y="574675"/>
            <a:ext cx="8032750" cy="623058"/>
          </a:xfrm>
          <a:prstGeom prst="rect">
            <a:avLst/>
          </a:prstGeom>
        </p:spPr>
        <p:txBody>
          <a:bodyPr lIns="0" rIns="90000"/>
          <a:lstStyle>
            <a:lvl1pPr marL="0" indent="0">
              <a:buNone/>
              <a:defRPr sz="2800" b="0" i="0">
                <a:solidFill>
                  <a:schemeClr val="tx1"/>
                </a:solidFill>
                <a:latin typeface="Times" pitchFamily="2" charset="0"/>
              </a:defRPr>
            </a:lvl1pPr>
          </a:lstStyle>
          <a:p>
            <a:pPr marL="12700">
              <a:spcBef>
                <a:spcPts val="100"/>
              </a:spcBef>
            </a:pPr>
            <a:r>
              <a:rPr lang="en-AU" sz="2800">
                <a:solidFill>
                  <a:srgbClr val="000000"/>
                </a:solidFill>
                <a:latin typeface="Arial"/>
                <a:cs typeface="Arial"/>
              </a:rPr>
              <a:t>Chapter break headline 28pt</a:t>
            </a:r>
            <a:endParaRPr lang="en-AU" b="0" i="1">
              <a:latin typeface="Times" pitchFamily="2" charset="0"/>
            </a:endParaRPr>
          </a:p>
        </p:txBody>
      </p:sp>
      <p:sp>
        <p:nvSpPr>
          <p:cNvPr id="9" name="Text Placeholder 2">
            <a:extLst>
              <a:ext uri="{FF2B5EF4-FFF2-40B4-BE49-F238E27FC236}">
                <a16:creationId xmlns:a16="http://schemas.microsoft.com/office/drawing/2014/main" id="{A3DE63B7-3D2D-E116-E58F-2358C702605C}"/>
              </a:ext>
            </a:extLst>
          </p:cNvPr>
          <p:cNvSpPr>
            <a:spLocks noGrp="1"/>
          </p:cNvSpPr>
          <p:nvPr>
            <p:ph type="body" sz="quarter" idx="12" hasCustomPrompt="1"/>
          </p:nvPr>
        </p:nvSpPr>
        <p:spPr>
          <a:xfrm>
            <a:off x="554966" y="1047750"/>
            <a:ext cx="8032750" cy="623058"/>
          </a:xfrm>
          <a:prstGeom prst="rect">
            <a:avLst/>
          </a:prstGeom>
        </p:spPr>
        <p:txBody>
          <a:bodyPr lIns="0" rIns="90000"/>
          <a:lstStyle>
            <a:lvl1pPr marL="0" indent="0">
              <a:buNone/>
              <a:defRPr sz="2800" b="0" i="1">
                <a:solidFill>
                  <a:schemeClr val="tx1"/>
                </a:solidFill>
                <a:latin typeface="Times" pitchFamily="2" charset="0"/>
              </a:defRPr>
            </a:lvl1pPr>
          </a:lstStyle>
          <a:p>
            <a:pPr marL="12700">
              <a:spcBef>
                <a:spcPts val="100"/>
              </a:spcBef>
            </a:pPr>
            <a:r>
              <a:rPr lang="en-AU" b="0" i="1">
                <a:solidFill>
                  <a:srgbClr val="000000"/>
                </a:solidFill>
                <a:latin typeface="Times" pitchFamily="2" charset="0"/>
              </a:rPr>
              <a:t>1-2 lines of copy</a:t>
            </a:r>
            <a:endParaRPr lang="en-AU" b="0" i="1">
              <a:latin typeface="Times" pitchFamily="2" charset="0"/>
            </a:endParaRPr>
          </a:p>
        </p:txBody>
      </p:sp>
      <p:sp>
        <p:nvSpPr>
          <p:cNvPr id="6" name="Text Placeholder 3">
            <a:extLst>
              <a:ext uri="{FF2B5EF4-FFF2-40B4-BE49-F238E27FC236}">
                <a16:creationId xmlns:a16="http://schemas.microsoft.com/office/drawing/2014/main" id="{F7931C68-5A57-D921-2A9C-73B3990F8363}"/>
              </a:ext>
            </a:extLst>
          </p:cNvPr>
          <p:cNvSpPr>
            <a:spLocks noGrp="1"/>
          </p:cNvSpPr>
          <p:nvPr>
            <p:ph type="body" sz="quarter" idx="16" hasCustomPrompt="1"/>
          </p:nvPr>
        </p:nvSpPr>
        <p:spPr>
          <a:xfrm>
            <a:off x="562033" y="3028950"/>
            <a:ext cx="5533967" cy="1901478"/>
          </a:xfrm>
          <a:prstGeom prst="rect">
            <a:avLst/>
          </a:prstGeom>
        </p:spPr>
        <p:txBody>
          <a:bodyPr lIns="0" tIns="0" rIns="0" bIns="0"/>
          <a:lstStyle>
            <a:lvl1pPr marL="0" indent="0">
              <a:buFontTx/>
              <a:buNone/>
              <a:defRPr sz="1400">
                <a:solidFill>
                  <a:schemeClr val="tx1"/>
                </a:solidFill>
              </a:defRPr>
            </a:lvl1pPr>
          </a:lstStyle>
          <a:p>
            <a:r>
              <a:rPr lang="en-GB"/>
              <a:t>Presented by 14pt</a:t>
            </a:r>
            <a:endParaRPr lang="en-US"/>
          </a:p>
        </p:txBody>
      </p:sp>
    </p:spTree>
    <p:extLst>
      <p:ext uri="{BB962C8B-B14F-4D97-AF65-F5344CB8AC3E}">
        <p14:creationId xmlns:p14="http://schemas.microsoft.com/office/powerpoint/2010/main" val="2530209420"/>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break 2">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F367AE0-0B1A-C793-8FD0-6C83B3BAF9A6}"/>
              </a:ext>
            </a:extLst>
          </p:cNvPr>
          <p:cNvSpPr>
            <a:spLocks noGrp="1"/>
          </p:cNvSpPr>
          <p:nvPr>
            <p:ph type="body" sz="quarter" idx="17" hasCustomPrompt="1"/>
          </p:nvPr>
        </p:nvSpPr>
        <p:spPr>
          <a:xfrm>
            <a:off x="554966" y="574675"/>
            <a:ext cx="8032750" cy="623058"/>
          </a:xfrm>
          <a:prstGeom prst="rect">
            <a:avLst/>
          </a:prstGeom>
        </p:spPr>
        <p:txBody>
          <a:bodyPr lIns="0" rIns="90000"/>
          <a:lstStyle>
            <a:lvl1pPr marL="0" indent="0">
              <a:buNone/>
              <a:defRPr sz="2800" b="0" i="0">
                <a:solidFill>
                  <a:schemeClr val="bg1"/>
                </a:solidFill>
                <a:latin typeface="+mn-lt"/>
              </a:defRPr>
            </a:lvl1pPr>
          </a:lstStyle>
          <a:p>
            <a:pPr marL="12700" marR="0" lvl="0" indent="0" defTabSz="914400" eaLnBrk="1" fontAlgn="auto" latinLnBrk="0" hangingPunct="1">
              <a:lnSpc>
                <a:spcPct val="100000"/>
              </a:lnSpc>
              <a:spcBef>
                <a:spcPts val="100"/>
              </a:spcBef>
              <a:spcAft>
                <a:spcPts val="0"/>
              </a:spcAft>
              <a:buClr>
                <a:schemeClr val="tx2"/>
              </a:buClr>
              <a:buSzTx/>
              <a:buFont typeface="Arial" panose="020B0604020202020204" pitchFamily="34" charset="0"/>
              <a:buNone/>
              <a:tabLst/>
              <a:defRPr/>
            </a:pPr>
            <a:r>
              <a:rPr lang="en-AU" b="0" i="0">
                <a:latin typeface="+mj-lt"/>
              </a:rPr>
              <a:t>Chapter break headline 28pt</a:t>
            </a:r>
            <a:endParaRPr lang="en-AU" b="0" i="1">
              <a:latin typeface="Times" pitchFamily="2" charset="0"/>
            </a:endParaRPr>
          </a:p>
        </p:txBody>
      </p:sp>
      <p:sp>
        <p:nvSpPr>
          <p:cNvPr id="2" name="Title 2">
            <a:extLst>
              <a:ext uri="{FF2B5EF4-FFF2-40B4-BE49-F238E27FC236}">
                <a16:creationId xmlns:a16="http://schemas.microsoft.com/office/drawing/2014/main" id="{21066835-3577-7EA9-7C60-12C9BC765B41}"/>
              </a:ext>
            </a:extLst>
          </p:cNvPr>
          <p:cNvSpPr>
            <a:spLocks noGrp="1"/>
          </p:cNvSpPr>
          <p:nvPr>
            <p:ph type="body" sz="quarter" idx="12" hasCustomPrompt="1"/>
          </p:nvPr>
        </p:nvSpPr>
        <p:spPr>
          <a:xfrm>
            <a:off x="554966" y="1123950"/>
            <a:ext cx="8032750" cy="623058"/>
          </a:xfrm>
          <a:prstGeom prst="rect">
            <a:avLst/>
          </a:prstGeom>
        </p:spPr>
        <p:txBody>
          <a:bodyPr lIns="0" rIns="90000"/>
          <a:lstStyle>
            <a:lvl1pPr marL="0" indent="0">
              <a:buNone/>
              <a:defRPr sz="2800" b="0" i="1">
                <a:solidFill>
                  <a:schemeClr val="bg1"/>
                </a:solidFill>
                <a:latin typeface="Times" pitchFamily="2" charset="0"/>
              </a:defRPr>
            </a:lvl1pPr>
          </a:lstStyle>
          <a:p>
            <a:pPr marL="12700" marR="0" lvl="0" indent="0" defTabSz="914400" eaLnBrk="1" fontAlgn="auto" latinLnBrk="0" hangingPunct="1">
              <a:lnSpc>
                <a:spcPct val="100000"/>
              </a:lnSpc>
              <a:spcBef>
                <a:spcPts val="100"/>
              </a:spcBef>
              <a:spcAft>
                <a:spcPts val="0"/>
              </a:spcAft>
              <a:buClr>
                <a:schemeClr val="tx2"/>
              </a:buClr>
              <a:buSzTx/>
              <a:buFont typeface="Arial" panose="020B0604020202020204" pitchFamily="34" charset="0"/>
              <a:buNone/>
              <a:tabLst/>
              <a:defRPr/>
            </a:pPr>
            <a:r>
              <a:rPr lang="en-AU" b="0" i="1">
                <a:latin typeface="Times" pitchFamily="2" charset="0"/>
              </a:rPr>
              <a:t>1-2 lines of copy</a:t>
            </a:r>
          </a:p>
          <a:p>
            <a:pPr marL="12700">
              <a:spcBef>
                <a:spcPts val="100"/>
              </a:spcBef>
            </a:pPr>
            <a:endParaRPr lang="en-AU" b="0" i="1">
              <a:latin typeface="Times" pitchFamily="2" charset="0"/>
            </a:endParaRPr>
          </a:p>
        </p:txBody>
      </p:sp>
      <p:sp>
        <p:nvSpPr>
          <p:cNvPr id="3" name="Text Placeholder 3">
            <a:extLst>
              <a:ext uri="{FF2B5EF4-FFF2-40B4-BE49-F238E27FC236}">
                <a16:creationId xmlns:a16="http://schemas.microsoft.com/office/drawing/2014/main" id="{25AAED2F-1B70-12A0-8666-145503BFBB25}"/>
              </a:ext>
            </a:extLst>
          </p:cNvPr>
          <p:cNvSpPr>
            <a:spLocks noGrp="1"/>
          </p:cNvSpPr>
          <p:nvPr>
            <p:ph type="body" sz="quarter" idx="16" hasCustomPrompt="1"/>
          </p:nvPr>
        </p:nvSpPr>
        <p:spPr>
          <a:xfrm>
            <a:off x="562033" y="3028950"/>
            <a:ext cx="5533967" cy="1901478"/>
          </a:xfrm>
          <a:prstGeom prst="rect">
            <a:avLst/>
          </a:prstGeom>
        </p:spPr>
        <p:txBody>
          <a:bodyPr lIns="0" tIns="0" rIns="0" bIns="0"/>
          <a:lstStyle>
            <a:lvl1pPr marL="0" indent="0">
              <a:buFontTx/>
              <a:buNone/>
              <a:defRPr sz="1400">
                <a:solidFill>
                  <a:schemeClr val="bg1"/>
                </a:solidFill>
              </a:defRPr>
            </a:lvl1pPr>
          </a:lstStyle>
          <a:p>
            <a:r>
              <a:rPr lang="en-GB"/>
              <a:t>Presented by 14pt</a:t>
            </a:r>
            <a:endParaRPr lang="en-US"/>
          </a:p>
        </p:txBody>
      </p:sp>
    </p:spTree>
    <p:extLst>
      <p:ext uri="{BB962C8B-B14F-4D97-AF65-F5344CB8AC3E}">
        <p14:creationId xmlns:p14="http://schemas.microsoft.com/office/powerpoint/2010/main" val="3019439381"/>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break 3">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6D0B820-7965-14E8-72F1-2EE5EF1CB3A9}"/>
              </a:ext>
            </a:extLst>
          </p:cNvPr>
          <p:cNvSpPr>
            <a:spLocks noGrp="1"/>
          </p:cNvSpPr>
          <p:nvPr>
            <p:ph type="body" sz="quarter" idx="17" hasCustomPrompt="1"/>
          </p:nvPr>
        </p:nvSpPr>
        <p:spPr>
          <a:xfrm>
            <a:off x="554966" y="574675"/>
            <a:ext cx="8032750" cy="623058"/>
          </a:xfrm>
          <a:prstGeom prst="rect">
            <a:avLst/>
          </a:prstGeom>
        </p:spPr>
        <p:txBody>
          <a:bodyPr lIns="0" rIns="90000"/>
          <a:lstStyle>
            <a:lvl1pPr marL="0" indent="0">
              <a:buNone/>
              <a:defRPr sz="2800" b="0" i="0" baseline="0">
                <a:solidFill>
                  <a:schemeClr val="bg1"/>
                </a:solidFill>
                <a:latin typeface="+mj-lt"/>
                <a:cs typeface="Arial" panose="020B0604020202020204" pitchFamily="34" charset="0"/>
              </a:defRPr>
            </a:lvl1pPr>
          </a:lstStyle>
          <a:p>
            <a:pPr marL="12700">
              <a:spcBef>
                <a:spcPts val="100"/>
              </a:spcBef>
            </a:pPr>
            <a:r>
              <a:rPr lang="en-AU" b="0" i="0">
                <a:latin typeface="+mj-lt"/>
              </a:rPr>
              <a:t>Chapter break headline 28pt</a:t>
            </a:r>
            <a:endParaRPr lang="en-AU" b="0" i="1">
              <a:latin typeface="Times" pitchFamily="2" charset="0"/>
            </a:endParaRPr>
          </a:p>
        </p:txBody>
      </p:sp>
      <p:sp>
        <p:nvSpPr>
          <p:cNvPr id="2" name="Text Placeholder 2">
            <a:extLst>
              <a:ext uri="{FF2B5EF4-FFF2-40B4-BE49-F238E27FC236}">
                <a16:creationId xmlns:a16="http://schemas.microsoft.com/office/drawing/2014/main" id="{6FC22782-CE95-2810-1D92-2B7EA357B871}"/>
              </a:ext>
            </a:extLst>
          </p:cNvPr>
          <p:cNvSpPr>
            <a:spLocks noGrp="1"/>
          </p:cNvSpPr>
          <p:nvPr>
            <p:ph type="body" sz="quarter" idx="12" hasCustomPrompt="1"/>
          </p:nvPr>
        </p:nvSpPr>
        <p:spPr>
          <a:xfrm>
            <a:off x="554966" y="1047750"/>
            <a:ext cx="8032750" cy="623058"/>
          </a:xfrm>
          <a:prstGeom prst="rect">
            <a:avLst/>
          </a:prstGeom>
        </p:spPr>
        <p:txBody>
          <a:bodyPr lIns="0" rIns="90000"/>
          <a:lstStyle>
            <a:lvl1pPr marL="0" indent="0">
              <a:buNone/>
              <a:defRPr sz="2800" b="0" i="1">
                <a:solidFill>
                  <a:schemeClr val="bg1"/>
                </a:solidFill>
                <a:latin typeface="Times" pitchFamily="2" charset="0"/>
              </a:defRPr>
            </a:lvl1pPr>
          </a:lstStyle>
          <a:p>
            <a:pPr marL="12700">
              <a:spcBef>
                <a:spcPts val="100"/>
              </a:spcBef>
            </a:pPr>
            <a:r>
              <a:rPr lang="en-AU" b="0" i="1">
                <a:latin typeface="Times" pitchFamily="2" charset="0"/>
              </a:rPr>
              <a:t>1-2 lines of copy</a:t>
            </a:r>
          </a:p>
        </p:txBody>
      </p:sp>
      <p:sp>
        <p:nvSpPr>
          <p:cNvPr id="3" name="Text Placeholder 3">
            <a:extLst>
              <a:ext uri="{FF2B5EF4-FFF2-40B4-BE49-F238E27FC236}">
                <a16:creationId xmlns:a16="http://schemas.microsoft.com/office/drawing/2014/main" id="{6F8263D2-F9BE-3D44-C629-FD1F86B3E17F}"/>
              </a:ext>
            </a:extLst>
          </p:cNvPr>
          <p:cNvSpPr>
            <a:spLocks noGrp="1"/>
          </p:cNvSpPr>
          <p:nvPr>
            <p:ph type="body" sz="quarter" idx="16" hasCustomPrompt="1"/>
          </p:nvPr>
        </p:nvSpPr>
        <p:spPr>
          <a:xfrm>
            <a:off x="562033" y="3028950"/>
            <a:ext cx="5533967" cy="1901478"/>
          </a:xfrm>
          <a:prstGeom prst="rect">
            <a:avLst/>
          </a:prstGeom>
        </p:spPr>
        <p:txBody>
          <a:bodyPr lIns="0" tIns="0" rIns="0" bIns="0"/>
          <a:lstStyle>
            <a:lvl1pPr marL="0" indent="0">
              <a:buFontTx/>
              <a:buNone/>
              <a:defRPr sz="1400">
                <a:solidFill>
                  <a:schemeClr val="bg1"/>
                </a:solidFill>
              </a:defRPr>
            </a:lvl1pPr>
          </a:lstStyle>
          <a:p>
            <a:r>
              <a:rPr lang="en-GB"/>
              <a:t>Presented by 14pt</a:t>
            </a:r>
            <a:endParaRPr lang="en-US"/>
          </a:p>
        </p:txBody>
      </p:sp>
    </p:spTree>
    <p:extLst>
      <p:ext uri="{BB962C8B-B14F-4D97-AF65-F5344CB8AC3E}">
        <p14:creationId xmlns:p14="http://schemas.microsoft.com/office/powerpoint/2010/main" val="3123553179"/>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hapter break 3">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6D0B820-7965-14E8-72F1-2EE5EF1CB3A9}"/>
              </a:ext>
            </a:extLst>
          </p:cNvPr>
          <p:cNvSpPr>
            <a:spLocks noGrp="1"/>
          </p:cNvSpPr>
          <p:nvPr>
            <p:ph type="body" sz="quarter" idx="17" hasCustomPrompt="1"/>
          </p:nvPr>
        </p:nvSpPr>
        <p:spPr>
          <a:xfrm>
            <a:off x="554966" y="574675"/>
            <a:ext cx="8032750" cy="623058"/>
          </a:xfrm>
          <a:prstGeom prst="rect">
            <a:avLst/>
          </a:prstGeom>
        </p:spPr>
        <p:txBody>
          <a:bodyPr lIns="0" rIns="90000"/>
          <a:lstStyle>
            <a:lvl1pPr marL="0" indent="0">
              <a:buNone/>
              <a:defRPr sz="2800" b="0" i="0">
                <a:solidFill>
                  <a:srgbClr val="000000"/>
                </a:solidFill>
                <a:latin typeface="+mn-lt"/>
              </a:defRPr>
            </a:lvl1pPr>
          </a:lstStyle>
          <a:p>
            <a:pPr marL="12700">
              <a:spcBef>
                <a:spcPts val="100"/>
              </a:spcBef>
            </a:pPr>
            <a:r>
              <a:rPr lang="en-AU" sz="2800">
                <a:solidFill>
                  <a:srgbClr val="000000"/>
                </a:solidFill>
                <a:latin typeface="Arial"/>
                <a:cs typeface="Arial"/>
              </a:rPr>
              <a:t>Chapter break headline 28pt</a:t>
            </a:r>
            <a:endParaRPr lang="en-AU" b="0" i="1">
              <a:latin typeface="Times" pitchFamily="2" charset="0"/>
            </a:endParaRPr>
          </a:p>
        </p:txBody>
      </p:sp>
      <p:sp>
        <p:nvSpPr>
          <p:cNvPr id="2" name="Text Placeholder 2">
            <a:extLst>
              <a:ext uri="{FF2B5EF4-FFF2-40B4-BE49-F238E27FC236}">
                <a16:creationId xmlns:a16="http://schemas.microsoft.com/office/drawing/2014/main" id="{6FC22782-CE95-2810-1D92-2B7EA357B871}"/>
              </a:ext>
            </a:extLst>
          </p:cNvPr>
          <p:cNvSpPr>
            <a:spLocks noGrp="1"/>
          </p:cNvSpPr>
          <p:nvPr>
            <p:ph type="body" sz="quarter" idx="12" hasCustomPrompt="1"/>
          </p:nvPr>
        </p:nvSpPr>
        <p:spPr>
          <a:xfrm>
            <a:off x="554966" y="1047750"/>
            <a:ext cx="8032750" cy="623058"/>
          </a:xfrm>
          <a:prstGeom prst="rect">
            <a:avLst/>
          </a:prstGeom>
        </p:spPr>
        <p:txBody>
          <a:bodyPr lIns="0" rIns="90000"/>
          <a:lstStyle>
            <a:lvl1pPr marL="0" indent="0">
              <a:buNone/>
              <a:defRPr sz="2800" b="0" i="1">
                <a:solidFill>
                  <a:srgbClr val="000000"/>
                </a:solidFill>
                <a:latin typeface="Times" pitchFamily="2" charset="0"/>
              </a:defRPr>
            </a:lvl1pPr>
          </a:lstStyle>
          <a:p>
            <a:pPr marL="12700">
              <a:spcBef>
                <a:spcPts val="100"/>
              </a:spcBef>
            </a:pPr>
            <a:r>
              <a:rPr lang="en-AU" b="0" i="1">
                <a:solidFill>
                  <a:srgbClr val="000000"/>
                </a:solidFill>
                <a:latin typeface="Times" pitchFamily="2" charset="0"/>
              </a:rPr>
              <a:t>1-2 lines of copy</a:t>
            </a:r>
            <a:endParaRPr lang="en-AU" b="0" i="1">
              <a:latin typeface="Times" pitchFamily="2" charset="0"/>
            </a:endParaRPr>
          </a:p>
        </p:txBody>
      </p:sp>
      <p:sp>
        <p:nvSpPr>
          <p:cNvPr id="3" name="Text Placeholder 3">
            <a:extLst>
              <a:ext uri="{FF2B5EF4-FFF2-40B4-BE49-F238E27FC236}">
                <a16:creationId xmlns:a16="http://schemas.microsoft.com/office/drawing/2014/main" id="{6F8263D2-F9BE-3D44-C629-FD1F86B3E17F}"/>
              </a:ext>
            </a:extLst>
          </p:cNvPr>
          <p:cNvSpPr>
            <a:spLocks noGrp="1"/>
          </p:cNvSpPr>
          <p:nvPr>
            <p:ph type="body" sz="quarter" idx="16" hasCustomPrompt="1"/>
          </p:nvPr>
        </p:nvSpPr>
        <p:spPr>
          <a:xfrm>
            <a:off x="562033" y="3028950"/>
            <a:ext cx="5533967" cy="1901478"/>
          </a:xfrm>
          <a:prstGeom prst="rect">
            <a:avLst/>
          </a:prstGeom>
        </p:spPr>
        <p:txBody>
          <a:bodyPr lIns="0" tIns="0" rIns="0" bIns="0"/>
          <a:lstStyle>
            <a:lvl1pPr marL="0" indent="0">
              <a:buFontTx/>
              <a:buNone/>
              <a:defRPr sz="1400">
                <a:solidFill>
                  <a:srgbClr val="000000"/>
                </a:solidFill>
              </a:defRPr>
            </a:lvl1pPr>
          </a:lstStyle>
          <a:p>
            <a:r>
              <a:rPr lang="en-GB"/>
              <a:t>Presented by 14pt</a:t>
            </a:r>
            <a:endParaRPr lang="en-US"/>
          </a:p>
        </p:txBody>
      </p:sp>
    </p:spTree>
    <p:extLst>
      <p:ext uri="{BB962C8B-B14F-4D97-AF65-F5344CB8AC3E}">
        <p14:creationId xmlns:p14="http://schemas.microsoft.com/office/powerpoint/2010/main" val="33078243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hapter break 3">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A722D78-7BA7-65B0-0EEE-0A792B4331F2}"/>
              </a:ext>
            </a:extLst>
          </p:cNvPr>
          <p:cNvSpPr>
            <a:spLocks noGrp="1"/>
          </p:cNvSpPr>
          <p:nvPr>
            <p:ph type="body" sz="quarter" idx="17" hasCustomPrompt="1"/>
          </p:nvPr>
        </p:nvSpPr>
        <p:spPr>
          <a:xfrm>
            <a:off x="554966" y="574675"/>
            <a:ext cx="8032750" cy="623058"/>
          </a:xfrm>
          <a:prstGeom prst="rect">
            <a:avLst/>
          </a:prstGeom>
        </p:spPr>
        <p:txBody>
          <a:bodyPr lIns="0" rIns="90000"/>
          <a:lstStyle>
            <a:lvl1pPr marL="0" indent="0">
              <a:buNone/>
              <a:defRPr sz="2800" b="0" i="0">
                <a:solidFill>
                  <a:srgbClr val="000000"/>
                </a:solidFill>
                <a:latin typeface="+mn-lt"/>
              </a:defRPr>
            </a:lvl1pPr>
          </a:lstStyle>
          <a:p>
            <a:pPr marL="12700">
              <a:spcBef>
                <a:spcPts val="100"/>
              </a:spcBef>
            </a:pPr>
            <a:r>
              <a:rPr lang="en-AU" sz="2800">
                <a:solidFill>
                  <a:srgbClr val="000000"/>
                </a:solidFill>
                <a:latin typeface="Arial"/>
                <a:cs typeface="Arial"/>
              </a:rPr>
              <a:t>Chapter break headline 28pt</a:t>
            </a:r>
            <a:endParaRPr lang="en-AU" b="0" i="1">
              <a:latin typeface="Times" pitchFamily="2" charset="0"/>
            </a:endParaRPr>
          </a:p>
        </p:txBody>
      </p:sp>
      <p:sp>
        <p:nvSpPr>
          <p:cNvPr id="7" name="Text Placeholder 2">
            <a:extLst>
              <a:ext uri="{FF2B5EF4-FFF2-40B4-BE49-F238E27FC236}">
                <a16:creationId xmlns:a16="http://schemas.microsoft.com/office/drawing/2014/main" id="{29DB0E7B-FB3B-69F1-A14A-171E812F8AD3}"/>
              </a:ext>
            </a:extLst>
          </p:cNvPr>
          <p:cNvSpPr>
            <a:spLocks noGrp="1"/>
          </p:cNvSpPr>
          <p:nvPr>
            <p:ph type="body" sz="quarter" idx="12" hasCustomPrompt="1"/>
          </p:nvPr>
        </p:nvSpPr>
        <p:spPr>
          <a:xfrm>
            <a:off x="554966" y="1047750"/>
            <a:ext cx="8032750" cy="623058"/>
          </a:xfrm>
          <a:prstGeom prst="rect">
            <a:avLst/>
          </a:prstGeom>
        </p:spPr>
        <p:txBody>
          <a:bodyPr lIns="0" rIns="90000"/>
          <a:lstStyle>
            <a:lvl1pPr marL="0" indent="0">
              <a:buNone/>
              <a:defRPr sz="2800" b="0" i="1">
                <a:solidFill>
                  <a:srgbClr val="000000"/>
                </a:solidFill>
                <a:latin typeface="Times" pitchFamily="2" charset="0"/>
              </a:defRPr>
            </a:lvl1pPr>
          </a:lstStyle>
          <a:p>
            <a:pPr marL="12700">
              <a:spcBef>
                <a:spcPts val="100"/>
              </a:spcBef>
            </a:pPr>
            <a:r>
              <a:rPr lang="en-AU" b="0" i="1">
                <a:solidFill>
                  <a:srgbClr val="000000"/>
                </a:solidFill>
                <a:latin typeface="Times" pitchFamily="2" charset="0"/>
              </a:rPr>
              <a:t>1-2 lines of copy</a:t>
            </a:r>
            <a:endParaRPr lang="en-AU" b="0" i="1">
              <a:latin typeface="Times" pitchFamily="2" charset="0"/>
            </a:endParaRPr>
          </a:p>
        </p:txBody>
      </p:sp>
      <p:sp>
        <p:nvSpPr>
          <p:cNvPr id="8" name="Text Placeholder 3">
            <a:extLst>
              <a:ext uri="{FF2B5EF4-FFF2-40B4-BE49-F238E27FC236}">
                <a16:creationId xmlns:a16="http://schemas.microsoft.com/office/drawing/2014/main" id="{D4FD17E9-68CF-24D2-3900-A8DF3B588348}"/>
              </a:ext>
            </a:extLst>
          </p:cNvPr>
          <p:cNvSpPr>
            <a:spLocks noGrp="1"/>
          </p:cNvSpPr>
          <p:nvPr>
            <p:ph type="body" sz="quarter" idx="16" hasCustomPrompt="1"/>
          </p:nvPr>
        </p:nvSpPr>
        <p:spPr>
          <a:xfrm>
            <a:off x="562033" y="3028950"/>
            <a:ext cx="5533967" cy="1901478"/>
          </a:xfrm>
          <a:prstGeom prst="rect">
            <a:avLst/>
          </a:prstGeom>
        </p:spPr>
        <p:txBody>
          <a:bodyPr lIns="0" tIns="0" rIns="0" bIns="0"/>
          <a:lstStyle>
            <a:lvl1pPr marL="0" indent="0">
              <a:buFontTx/>
              <a:buNone/>
              <a:defRPr sz="1400">
                <a:solidFill>
                  <a:srgbClr val="000000"/>
                </a:solidFill>
              </a:defRPr>
            </a:lvl1pPr>
          </a:lstStyle>
          <a:p>
            <a:r>
              <a:rPr lang="en-GB"/>
              <a:t>Presented by 14pt</a:t>
            </a:r>
            <a:endParaRPr lang="en-US"/>
          </a:p>
        </p:txBody>
      </p:sp>
    </p:spTree>
    <p:extLst>
      <p:ext uri="{BB962C8B-B14F-4D97-AF65-F5344CB8AC3E}">
        <p14:creationId xmlns:p14="http://schemas.microsoft.com/office/powerpoint/2010/main" val="2034443828"/>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hapter break 3">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6F43B30-F643-5953-909F-59DB30DAE5BE}"/>
              </a:ext>
            </a:extLst>
          </p:cNvPr>
          <p:cNvSpPr>
            <a:spLocks noGrp="1"/>
          </p:cNvSpPr>
          <p:nvPr>
            <p:ph type="body" sz="quarter" idx="17" hasCustomPrompt="1"/>
          </p:nvPr>
        </p:nvSpPr>
        <p:spPr>
          <a:xfrm>
            <a:off x="554966" y="574675"/>
            <a:ext cx="8032750" cy="623058"/>
          </a:xfrm>
          <a:prstGeom prst="rect">
            <a:avLst/>
          </a:prstGeom>
        </p:spPr>
        <p:txBody>
          <a:bodyPr lIns="0" rIns="90000"/>
          <a:lstStyle>
            <a:lvl1pPr marL="0" indent="0">
              <a:buNone/>
              <a:defRPr sz="2800" b="0" i="0">
                <a:solidFill>
                  <a:srgbClr val="000000"/>
                </a:solidFill>
                <a:latin typeface="+mn-lt"/>
              </a:defRPr>
            </a:lvl1pPr>
          </a:lstStyle>
          <a:p>
            <a:pPr marL="12700">
              <a:spcBef>
                <a:spcPts val="100"/>
              </a:spcBef>
            </a:pPr>
            <a:r>
              <a:rPr lang="en-AU" sz="2800">
                <a:solidFill>
                  <a:srgbClr val="000000"/>
                </a:solidFill>
                <a:latin typeface="Arial"/>
                <a:cs typeface="Arial"/>
              </a:rPr>
              <a:t>Chapter break headline 28pt</a:t>
            </a:r>
            <a:endParaRPr lang="en-AU" b="0" i="1">
              <a:latin typeface="Times" pitchFamily="2" charset="0"/>
            </a:endParaRPr>
          </a:p>
        </p:txBody>
      </p:sp>
      <p:sp>
        <p:nvSpPr>
          <p:cNvPr id="6" name="Text Placeholder 2">
            <a:extLst>
              <a:ext uri="{FF2B5EF4-FFF2-40B4-BE49-F238E27FC236}">
                <a16:creationId xmlns:a16="http://schemas.microsoft.com/office/drawing/2014/main" id="{E4D8F6FB-2C1C-F109-DF00-59FF9854AC7A}"/>
              </a:ext>
            </a:extLst>
          </p:cNvPr>
          <p:cNvSpPr>
            <a:spLocks noGrp="1"/>
          </p:cNvSpPr>
          <p:nvPr>
            <p:ph type="body" sz="quarter" idx="12" hasCustomPrompt="1"/>
          </p:nvPr>
        </p:nvSpPr>
        <p:spPr>
          <a:xfrm>
            <a:off x="554966" y="1047750"/>
            <a:ext cx="8032750" cy="623058"/>
          </a:xfrm>
          <a:prstGeom prst="rect">
            <a:avLst/>
          </a:prstGeom>
        </p:spPr>
        <p:txBody>
          <a:bodyPr lIns="0" rIns="90000"/>
          <a:lstStyle>
            <a:lvl1pPr marL="0" indent="0">
              <a:buNone/>
              <a:defRPr sz="2800" b="0" i="1">
                <a:solidFill>
                  <a:srgbClr val="000000"/>
                </a:solidFill>
                <a:latin typeface="Times" pitchFamily="2" charset="0"/>
              </a:defRPr>
            </a:lvl1pPr>
          </a:lstStyle>
          <a:p>
            <a:pPr marL="12700">
              <a:spcBef>
                <a:spcPts val="100"/>
              </a:spcBef>
            </a:pPr>
            <a:r>
              <a:rPr lang="en-AU" b="0" i="1">
                <a:solidFill>
                  <a:srgbClr val="000000"/>
                </a:solidFill>
                <a:latin typeface="Times" pitchFamily="2" charset="0"/>
              </a:rPr>
              <a:t>1-2 lines of copy</a:t>
            </a:r>
            <a:endParaRPr lang="en-AU" b="0" i="1">
              <a:latin typeface="Times" pitchFamily="2" charset="0"/>
            </a:endParaRPr>
          </a:p>
        </p:txBody>
      </p:sp>
      <p:sp>
        <p:nvSpPr>
          <p:cNvPr id="7" name="Text Placeholder 3">
            <a:extLst>
              <a:ext uri="{FF2B5EF4-FFF2-40B4-BE49-F238E27FC236}">
                <a16:creationId xmlns:a16="http://schemas.microsoft.com/office/drawing/2014/main" id="{5468A364-34D1-6159-0A81-A0137190A0B6}"/>
              </a:ext>
            </a:extLst>
          </p:cNvPr>
          <p:cNvSpPr>
            <a:spLocks noGrp="1"/>
          </p:cNvSpPr>
          <p:nvPr>
            <p:ph type="body" sz="quarter" idx="16" hasCustomPrompt="1"/>
          </p:nvPr>
        </p:nvSpPr>
        <p:spPr>
          <a:xfrm>
            <a:off x="562033" y="3028950"/>
            <a:ext cx="5533967" cy="1901478"/>
          </a:xfrm>
          <a:prstGeom prst="rect">
            <a:avLst/>
          </a:prstGeom>
        </p:spPr>
        <p:txBody>
          <a:bodyPr lIns="0" tIns="0" rIns="0" bIns="0"/>
          <a:lstStyle>
            <a:lvl1pPr marL="0" indent="0">
              <a:buFontTx/>
              <a:buNone/>
              <a:defRPr sz="1400">
                <a:solidFill>
                  <a:srgbClr val="000000"/>
                </a:solidFill>
              </a:defRPr>
            </a:lvl1pPr>
          </a:lstStyle>
          <a:p>
            <a:r>
              <a:rPr lang="en-GB"/>
              <a:t>Presented by 14pt</a:t>
            </a:r>
            <a:endParaRPr lang="en-US"/>
          </a:p>
        </p:txBody>
      </p:sp>
    </p:spTree>
    <p:extLst>
      <p:ext uri="{BB962C8B-B14F-4D97-AF65-F5344CB8AC3E}">
        <p14:creationId xmlns:p14="http://schemas.microsoft.com/office/powerpoint/2010/main" val="2992086482"/>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ogo centre black">
    <p:bg>
      <p:bgRef idx="1001">
        <a:schemeClr val="bg1"/>
      </p:bgRef>
    </p:bg>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50296C6E-3B64-67D7-F619-28187B1295EE}"/>
              </a:ext>
              <a:ext uri="{C183D7F6-B498-43B3-948B-1728B52AA6E4}">
                <adec:decorative xmlns:adec="http://schemas.microsoft.com/office/drawing/2017/decorative" val="1"/>
              </a:ext>
            </a:extLst>
          </p:cNvPr>
          <p:cNvSpPr/>
          <p:nvPr userDrawn="1"/>
        </p:nvSpPr>
        <p:spPr>
          <a:xfrm>
            <a:off x="0" y="0"/>
            <a:ext cx="9144000" cy="51435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chemeClr val="tx1"/>
          </a:solidFill>
        </p:spPr>
        <p:txBody>
          <a:bodyPr wrap="square" lIns="0" tIns="0" rIns="0" bIns="0" rtlCol="0"/>
          <a:lstStyle/>
          <a:p>
            <a:endParaRPr/>
          </a:p>
        </p:txBody>
      </p:sp>
      <p:pic>
        <p:nvPicPr>
          <p:cNvPr id="2" name="Graphic 1">
            <a:extLst>
              <a:ext uri="{FF2B5EF4-FFF2-40B4-BE49-F238E27FC236}">
                <a16:creationId xmlns:a16="http://schemas.microsoft.com/office/drawing/2014/main" id="{59D41BF0-E578-6B9F-D0D8-21CBFD4A1B5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57400" y="2101303"/>
            <a:ext cx="5083630" cy="940893"/>
          </a:xfrm>
          <a:prstGeom prst="rect">
            <a:avLst/>
          </a:prstGeom>
        </p:spPr>
      </p:pic>
    </p:spTree>
    <p:extLst>
      <p:ext uri="{BB962C8B-B14F-4D97-AF65-F5344CB8AC3E}">
        <p14:creationId xmlns:p14="http://schemas.microsoft.com/office/powerpoint/2010/main" val="1925037456"/>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ogo centre ochr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2FA554D-90A4-9E1C-B3B1-C4E7FD2E6B3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57400" y="2114550"/>
            <a:ext cx="4495800" cy="836718"/>
          </a:xfrm>
          <a:prstGeom prst="rect">
            <a:avLst/>
          </a:prstGeom>
        </p:spPr>
      </p:pic>
    </p:spTree>
    <p:extLst>
      <p:ext uri="{BB962C8B-B14F-4D97-AF65-F5344CB8AC3E}">
        <p14:creationId xmlns:p14="http://schemas.microsoft.com/office/powerpoint/2010/main" val="4071097661"/>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uote 1">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E8375F2-9EFB-E2E0-D249-EBD6EB927363}"/>
              </a:ext>
            </a:extLst>
          </p:cNvPr>
          <p:cNvSpPr txBox="1">
            <a:spLocks noGrp="1"/>
          </p:cNvSpPr>
          <p:nvPr>
            <p:ph type="title" hasCustomPrompt="1"/>
          </p:nvPr>
        </p:nvSpPr>
        <p:spPr>
          <a:xfrm>
            <a:off x="838200" y="819150"/>
            <a:ext cx="7391400" cy="3505200"/>
          </a:xfrm>
          <a:prstGeom prst="rect">
            <a:avLst/>
          </a:prstGeom>
        </p:spPr>
        <p:txBody>
          <a:bodyPr vert="horz" wrap="square" lIns="0" tIns="12700" rIns="0" bIns="0" rtlCol="0" anchor="ctr" anchorCtr="0">
            <a:noAutofit/>
          </a:bodyPr>
          <a:lstStyle>
            <a:lvl1pPr algn="ctr">
              <a:defRPr sz="3800" b="0" i="0">
                <a:solidFill>
                  <a:schemeClr val="tx1"/>
                </a:solidFill>
                <a:latin typeface="Times" pitchFamily="2" charset="0"/>
              </a:defRPr>
            </a:lvl1pPr>
          </a:lstStyle>
          <a:p>
            <a:pPr marL="12700" marR="0" lvl="0" indent="0" algn="ctr" defTabSz="914400" eaLnBrk="1" fontAlgn="auto" latinLnBrk="0" hangingPunct="1">
              <a:lnSpc>
                <a:spcPct val="100000"/>
              </a:lnSpc>
              <a:spcBef>
                <a:spcPts val="100"/>
              </a:spcBef>
              <a:spcAft>
                <a:spcPts val="0"/>
              </a:spcAft>
              <a:buClrTx/>
              <a:buSzTx/>
              <a:buFontTx/>
              <a:buNone/>
              <a:tabLst/>
              <a:defRPr/>
            </a:pPr>
            <a:r>
              <a:rPr sz="3800">
                <a:solidFill>
                  <a:srgbClr val="000000"/>
                </a:solidFill>
              </a:rPr>
              <a:t>“Insert quote </a:t>
            </a:r>
            <a:r>
              <a:rPr sz="3800" spc="-10">
                <a:solidFill>
                  <a:srgbClr val="000000"/>
                </a:solidFill>
              </a:rPr>
              <a:t>here</a:t>
            </a:r>
            <a:r>
              <a:rPr lang="en-AU" sz="3800" spc="-10">
                <a:solidFill>
                  <a:srgbClr val="000000"/>
                </a:solidFill>
              </a:rPr>
              <a:t>. </a:t>
            </a:r>
            <a:br>
              <a:rPr lang="en-AU" sz="3800" spc="-10">
                <a:solidFill>
                  <a:srgbClr val="000000"/>
                </a:solidFill>
              </a:rPr>
            </a:br>
            <a:r>
              <a:rPr lang="en-AU" sz="3800" spc="-10" err="1">
                <a:solidFill>
                  <a:srgbClr val="000000"/>
                </a:solidFill>
              </a:rPr>
              <a:t>Unti</a:t>
            </a:r>
            <a:r>
              <a:rPr lang="en-AU" sz="3800" spc="-10">
                <a:solidFill>
                  <a:srgbClr val="000000"/>
                </a:solidFill>
              </a:rPr>
              <a:t> </a:t>
            </a:r>
            <a:r>
              <a:rPr lang="en-AU" sz="3800" spc="-10" err="1">
                <a:solidFill>
                  <a:srgbClr val="000000"/>
                </a:solidFill>
              </a:rPr>
              <a:t>cuptasitae</a:t>
            </a:r>
            <a:r>
              <a:rPr lang="en-AU" sz="3800" spc="-10">
                <a:solidFill>
                  <a:srgbClr val="000000"/>
                </a:solidFill>
              </a:rPr>
              <a:t> </a:t>
            </a:r>
            <a:r>
              <a:rPr lang="en-AU" sz="3800" spc="-10" err="1">
                <a:solidFill>
                  <a:srgbClr val="000000"/>
                </a:solidFill>
              </a:rPr>
              <a:t>velluptatur</a:t>
            </a:r>
            <a:r>
              <a:rPr lang="en-AU" sz="3800" spc="-10">
                <a:solidFill>
                  <a:srgbClr val="000000"/>
                </a:solidFill>
              </a:rPr>
              <a:t> </a:t>
            </a:r>
            <a:r>
              <a:rPr lang="en-AU" sz="3800" spc="-10" err="1">
                <a:solidFill>
                  <a:srgbClr val="000000"/>
                </a:solidFill>
              </a:rPr>
              <a:t>suntem</a:t>
            </a:r>
            <a:r>
              <a:rPr lang="en-AU" sz="3800" spc="-10">
                <a:solidFill>
                  <a:srgbClr val="000000"/>
                </a:solidFill>
              </a:rPr>
              <a:t> as </a:t>
            </a:r>
            <a:r>
              <a:rPr lang="en-AU" sz="3800" spc="-10" err="1">
                <a:solidFill>
                  <a:srgbClr val="000000"/>
                </a:solidFill>
              </a:rPr>
              <a:t>derempo</a:t>
            </a:r>
            <a:r>
              <a:rPr lang="en-AU" sz="3800" spc="-10">
                <a:solidFill>
                  <a:srgbClr val="000000"/>
                </a:solidFill>
              </a:rPr>
              <a:t> </a:t>
            </a:r>
            <a:r>
              <a:rPr lang="en-AU" sz="3800" spc="-10" err="1">
                <a:solidFill>
                  <a:srgbClr val="000000"/>
                </a:solidFill>
              </a:rPr>
              <a:t>rposten</a:t>
            </a:r>
            <a:r>
              <a:rPr lang="en-AU" sz="3800" spc="-10">
                <a:solidFill>
                  <a:srgbClr val="000000"/>
                </a:solidFill>
              </a:rPr>
              <a:t> </a:t>
            </a:r>
            <a:r>
              <a:rPr lang="en-AU" sz="3800" spc="-10" err="1">
                <a:solidFill>
                  <a:srgbClr val="000000"/>
                </a:solidFill>
              </a:rPr>
              <a:t>dignisqui</a:t>
            </a:r>
            <a:r>
              <a:rPr lang="en-AU" sz="3800" spc="-10">
                <a:solidFill>
                  <a:srgbClr val="000000"/>
                </a:solidFill>
              </a:rPr>
              <a:t> </a:t>
            </a:r>
            <a:r>
              <a:rPr lang="en-AU" sz="3800" spc="-10" err="1">
                <a:solidFill>
                  <a:srgbClr val="000000"/>
                </a:solidFill>
              </a:rPr>
              <a:t>omnissum</a:t>
            </a:r>
            <a:r>
              <a:rPr lang="en-AU" sz="3800" spc="-10">
                <a:solidFill>
                  <a:srgbClr val="000000"/>
                </a:solidFill>
              </a:rPr>
              <a:t> </a:t>
            </a:r>
            <a:r>
              <a:rPr lang="en-AU" sz="3800" spc="-10" err="1">
                <a:solidFill>
                  <a:srgbClr val="000000"/>
                </a:solidFill>
              </a:rPr>
              <a:t>eiur</a:t>
            </a:r>
            <a:r>
              <a:rPr lang="en-AU" sz="3800" spc="-10">
                <a:solidFill>
                  <a:srgbClr val="000000"/>
                </a:solidFill>
              </a:rPr>
              <a:t>, </a:t>
            </a:r>
            <a:r>
              <a:rPr lang="en-AU" sz="3800" spc="-10" err="1">
                <a:solidFill>
                  <a:srgbClr val="000000"/>
                </a:solidFill>
              </a:rPr>
              <a:t>earchit</a:t>
            </a:r>
            <a:r>
              <a:rPr lang="en-AU" sz="3800" spc="-10">
                <a:solidFill>
                  <a:srgbClr val="000000"/>
                </a:solidFill>
              </a:rPr>
              <a:t> ab </a:t>
            </a:r>
            <a:r>
              <a:rPr lang="en-AU" sz="3800" spc="-10" err="1">
                <a:solidFill>
                  <a:srgbClr val="000000"/>
                </a:solidFill>
              </a:rPr>
              <a:t>ipidici</a:t>
            </a:r>
            <a:r>
              <a:rPr lang="en-AU" sz="3800" spc="-10">
                <a:solidFill>
                  <a:srgbClr val="000000"/>
                </a:solidFill>
              </a:rPr>
              <a:t> </a:t>
            </a:r>
            <a:r>
              <a:rPr lang="en-AU" sz="3800" spc="-10" err="1">
                <a:solidFill>
                  <a:srgbClr val="000000"/>
                </a:solidFill>
              </a:rPr>
              <a:t>llorum</a:t>
            </a:r>
            <a:r>
              <a:rPr lang="en-AU" sz="3800" spc="-10">
                <a:solidFill>
                  <a:srgbClr val="000000"/>
                </a:solidFill>
              </a:rPr>
              <a:t>, </a:t>
            </a:r>
            <a:r>
              <a:rPr lang="en-AU" sz="3800" spc="-10" err="1">
                <a:solidFill>
                  <a:srgbClr val="000000"/>
                </a:solidFill>
              </a:rPr>
              <a:t>coreriae</a:t>
            </a:r>
            <a:r>
              <a:rPr lang="en-AU" sz="3800" spc="-10">
                <a:solidFill>
                  <a:srgbClr val="000000"/>
                </a:solidFill>
              </a:rPr>
              <a:t> </a:t>
            </a:r>
            <a:r>
              <a:rPr lang="en-AU" sz="3800" spc="-10" err="1">
                <a:solidFill>
                  <a:srgbClr val="000000"/>
                </a:solidFill>
              </a:rPr>
              <a:t>quia</a:t>
            </a:r>
            <a:r>
              <a:rPr lang="en-AU" sz="3800" spc="-10">
                <a:solidFill>
                  <a:srgbClr val="000000"/>
                </a:solidFill>
              </a:rPr>
              <a:t>.”</a:t>
            </a:r>
            <a:endParaRPr sz="3800"/>
          </a:p>
        </p:txBody>
      </p:sp>
    </p:spTree>
    <p:extLst>
      <p:ext uri="{BB962C8B-B14F-4D97-AF65-F5344CB8AC3E}">
        <p14:creationId xmlns:p14="http://schemas.microsoft.com/office/powerpoint/2010/main" val="135615807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ote 1">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A097E-185C-39F4-467B-3196A19AD666}"/>
              </a:ext>
            </a:extLst>
          </p:cNvPr>
          <p:cNvSpPr txBox="1">
            <a:spLocks noGrp="1"/>
          </p:cNvSpPr>
          <p:nvPr>
            <p:ph type="title" hasCustomPrompt="1"/>
          </p:nvPr>
        </p:nvSpPr>
        <p:spPr>
          <a:xfrm>
            <a:off x="838200" y="819150"/>
            <a:ext cx="7391400" cy="3505200"/>
          </a:xfrm>
          <a:prstGeom prst="rect">
            <a:avLst/>
          </a:prstGeom>
        </p:spPr>
        <p:txBody>
          <a:bodyPr vert="horz" wrap="square" lIns="0" tIns="12700" rIns="0" bIns="0" rtlCol="0" anchor="ctr" anchorCtr="0">
            <a:noAutofit/>
          </a:bodyPr>
          <a:lstStyle>
            <a:lvl1pPr algn="ctr">
              <a:defRPr sz="3800" b="0" i="0">
                <a:solidFill>
                  <a:schemeClr val="accent1"/>
                </a:solidFill>
                <a:latin typeface="Times" pitchFamily="2" charset="0"/>
              </a:defRPr>
            </a:lvl1pPr>
          </a:lstStyle>
          <a:p>
            <a:pPr marL="12700" marR="0" lvl="0" indent="0" algn="ctr" defTabSz="914400" eaLnBrk="1" fontAlgn="auto" latinLnBrk="0" hangingPunct="1">
              <a:lnSpc>
                <a:spcPct val="100000"/>
              </a:lnSpc>
              <a:spcBef>
                <a:spcPts val="100"/>
              </a:spcBef>
              <a:spcAft>
                <a:spcPts val="0"/>
              </a:spcAft>
              <a:buClrTx/>
              <a:buSzTx/>
              <a:buFontTx/>
              <a:buNone/>
              <a:tabLst/>
              <a:defRPr/>
            </a:pPr>
            <a:r>
              <a:rPr sz="3800">
                <a:solidFill>
                  <a:srgbClr val="000000"/>
                </a:solidFill>
              </a:rPr>
              <a:t>“Insert quote </a:t>
            </a:r>
            <a:r>
              <a:rPr sz="3800" spc="-10">
                <a:solidFill>
                  <a:srgbClr val="000000"/>
                </a:solidFill>
              </a:rPr>
              <a:t>here</a:t>
            </a:r>
            <a:r>
              <a:rPr lang="en-AU" sz="3800" spc="-10">
                <a:solidFill>
                  <a:srgbClr val="000000"/>
                </a:solidFill>
              </a:rPr>
              <a:t>. </a:t>
            </a:r>
            <a:br>
              <a:rPr lang="en-AU" sz="3800" spc="-10">
                <a:solidFill>
                  <a:srgbClr val="000000"/>
                </a:solidFill>
              </a:rPr>
            </a:br>
            <a:r>
              <a:rPr lang="en-AU" sz="3800" spc="-10" err="1">
                <a:solidFill>
                  <a:srgbClr val="000000"/>
                </a:solidFill>
              </a:rPr>
              <a:t>Unti</a:t>
            </a:r>
            <a:r>
              <a:rPr lang="en-AU" sz="3800" spc="-10">
                <a:solidFill>
                  <a:srgbClr val="000000"/>
                </a:solidFill>
              </a:rPr>
              <a:t> </a:t>
            </a:r>
            <a:r>
              <a:rPr lang="en-AU" sz="3800" spc="-10" err="1">
                <a:solidFill>
                  <a:srgbClr val="000000"/>
                </a:solidFill>
              </a:rPr>
              <a:t>cuptasitae</a:t>
            </a:r>
            <a:r>
              <a:rPr lang="en-AU" sz="3800" spc="-10">
                <a:solidFill>
                  <a:srgbClr val="000000"/>
                </a:solidFill>
              </a:rPr>
              <a:t> </a:t>
            </a:r>
            <a:r>
              <a:rPr lang="en-AU" sz="3800" spc="-10" err="1">
                <a:solidFill>
                  <a:srgbClr val="000000"/>
                </a:solidFill>
              </a:rPr>
              <a:t>velluptatur</a:t>
            </a:r>
            <a:r>
              <a:rPr lang="en-AU" sz="3800" spc="-10">
                <a:solidFill>
                  <a:srgbClr val="000000"/>
                </a:solidFill>
              </a:rPr>
              <a:t> </a:t>
            </a:r>
            <a:r>
              <a:rPr lang="en-AU" sz="3800" spc="-10" err="1">
                <a:solidFill>
                  <a:srgbClr val="000000"/>
                </a:solidFill>
              </a:rPr>
              <a:t>suntem</a:t>
            </a:r>
            <a:r>
              <a:rPr lang="en-AU" sz="3800" spc="-10">
                <a:solidFill>
                  <a:srgbClr val="000000"/>
                </a:solidFill>
              </a:rPr>
              <a:t> as </a:t>
            </a:r>
            <a:r>
              <a:rPr lang="en-AU" sz="3800" spc="-10" err="1">
                <a:solidFill>
                  <a:srgbClr val="000000"/>
                </a:solidFill>
              </a:rPr>
              <a:t>derempo</a:t>
            </a:r>
            <a:r>
              <a:rPr lang="en-AU" sz="3800" spc="-10">
                <a:solidFill>
                  <a:srgbClr val="000000"/>
                </a:solidFill>
              </a:rPr>
              <a:t> </a:t>
            </a:r>
            <a:r>
              <a:rPr lang="en-AU" sz="3800" spc="-10" err="1">
                <a:solidFill>
                  <a:srgbClr val="000000"/>
                </a:solidFill>
              </a:rPr>
              <a:t>rposten</a:t>
            </a:r>
            <a:r>
              <a:rPr lang="en-AU" sz="3800" spc="-10">
                <a:solidFill>
                  <a:srgbClr val="000000"/>
                </a:solidFill>
              </a:rPr>
              <a:t> </a:t>
            </a:r>
            <a:r>
              <a:rPr lang="en-AU" sz="3800" spc="-10" err="1">
                <a:solidFill>
                  <a:srgbClr val="000000"/>
                </a:solidFill>
              </a:rPr>
              <a:t>dignisqui</a:t>
            </a:r>
            <a:r>
              <a:rPr lang="en-AU" sz="3800" spc="-10">
                <a:solidFill>
                  <a:srgbClr val="000000"/>
                </a:solidFill>
              </a:rPr>
              <a:t> </a:t>
            </a:r>
            <a:r>
              <a:rPr lang="en-AU" sz="3800" spc="-10" err="1">
                <a:solidFill>
                  <a:srgbClr val="000000"/>
                </a:solidFill>
              </a:rPr>
              <a:t>omnissum</a:t>
            </a:r>
            <a:r>
              <a:rPr lang="en-AU" sz="3800" spc="-10">
                <a:solidFill>
                  <a:srgbClr val="000000"/>
                </a:solidFill>
              </a:rPr>
              <a:t> </a:t>
            </a:r>
            <a:r>
              <a:rPr lang="en-AU" sz="3800" spc="-10" err="1">
                <a:solidFill>
                  <a:srgbClr val="000000"/>
                </a:solidFill>
              </a:rPr>
              <a:t>eiur</a:t>
            </a:r>
            <a:r>
              <a:rPr lang="en-AU" sz="3800" spc="-10">
                <a:solidFill>
                  <a:srgbClr val="000000"/>
                </a:solidFill>
              </a:rPr>
              <a:t>, </a:t>
            </a:r>
            <a:r>
              <a:rPr lang="en-AU" sz="3800" spc="-10" err="1">
                <a:solidFill>
                  <a:srgbClr val="000000"/>
                </a:solidFill>
              </a:rPr>
              <a:t>earchit</a:t>
            </a:r>
            <a:r>
              <a:rPr lang="en-AU" sz="3800" spc="-10">
                <a:solidFill>
                  <a:srgbClr val="000000"/>
                </a:solidFill>
              </a:rPr>
              <a:t> ab </a:t>
            </a:r>
            <a:r>
              <a:rPr lang="en-AU" sz="3800" spc="-10" err="1">
                <a:solidFill>
                  <a:srgbClr val="000000"/>
                </a:solidFill>
              </a:rPr>
              <a:t>ipidici</a:t>
            </a:r>
            <a:r>
              <a:rPr lang="en-AU" sz="3800" spc="-10">
                <a:solidFill>
                  <a:srgbClr val="000000"/>
                </a:solidFill>
              </a:rPr>
              <a:t> </a:t>
            </a:r>
            <a:r>
              <a:rPr lang="en-AU" sz="3800" spc="-10" err="1">
                <a:solidFill>
                  <a:srgbClr val="000000"/>
                </a:solidFill>
              </a:rPr>
              <a:t>llorum</a:t>
            </a:r>
            <a:r>
              <a:rPr lang="en-AU" sz="3800" spc="-10">
                <a:solidFill>
                  <a:srgbClr val="000000"/>
                </a:solidFill>
              </a:rPr>
              <a:t>, </a:t>
            </a:r>
            <a:r>
              <a:rPr lang="en-AU" sz="3800" spc="-10" err="1">
                <a:solidFill>
                  <a:srgbClr val="000000"/>
                </a:solidFill>
              </a:rPr>
              <a:t>coreriae</a:t>
            </a:r>
            <a:r>
              <a:rPr lang="en-AU" sz="3800" spc="-10">
                <a:solidFill>
                  <a:srgbClr val="000000"/>
                </a:solidFill>
              </a:rPr>
              <a:t> </a:t>
            </a:r>
            <a:r>
              <a:rPr lang="en-AU" sz="3800" spc="-10" err="1">
                <a:solidFill>
                  <a:srgbClr val="000000"/>
                </a:solidFill>
              </a:rPr>
              <a:t>quia</a:t>
            </a:r>
            <a:r>
              <a:rPr lang="en-AU" sz="3800" spc="-10">
                <a:solidFill>
                  <a:srgbClr val="000000"/>
                </a:solidFill>
              </a:rPr>
              <a:t>.”</a:t>
            </a:r>
            <a:endParaRPr sz="3800"/>
          </a:p>
        </p:txBody>
      </p:sp>
    </p:spTree>
    <p:extLst>
      <p:ext uri="{BB962C8B-B14F-4D97-AF65-F5344CB8AC3E}">
        <p14:creationId xmlns:p14="http://schemas.microsoft.com/office/powerpoint/2010/main" val="349125754"/>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Image 1">
    <p:bg>
      <p:bgRef idx="1001">
        <a:schemeClr val="bg1"/>
      </p:bgRef>
    </p:bg>
    <p:spTree>
      <p:nvGrpSpPr>
        <p:cNvPr id="1" name=""/>
        <p:cNvGrpSpPr/>
        <p:nvPr/>
      </p:nvGrpSpPr>
      <p:grpSpPr>
        <a:xfrm>
          <a:off x="0" y="0"/>
          <a:ext cx="0" cy="0"/>
          <a:chOff x="0" y="0"/>
          <a:chExt cx="0" cy="0"/>
        </a:xfrm>
      </p:grpSpPr>
      <p:pic>
        <p:nvPicPr>
          <p:cNvPr id="8" name="object 1">
            <a:extLst>
              <a:ext uri="{FF2B5EF4-FFF2-40B4-BE49-F238E27FC236}">
                <a16:creationId xmlns:a16="http://schemas.microsoft.com/office/drawing/2014/main" id="{69D3DD68-72FE-5430-2CCD-62A73AAF985C}"/>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224955154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44173-B046-E632-8483-B2707C81E7DF}"/>
              </a:ext>
            </a:extLst>
          </p:cNvPr>
          <p:cNvSpPr>
            <a:spLocks noGrp="1"/>
          </p:cNvSpPr>
          <p:nvPr>
            <p:ph type="body" sz="quarter" idx="10"/>
          </p:nvPr>
        </p:nvSpPr>
        <p:spPr>
          <a:xfrm>
            <a:off x="495300" y="3333750"/>
            <a:ext cx="5829300" cy="1004887"/>
          </a:xfrm>
          <a:prstGeom prst="rect">
            <a:avLst/>
          </a:prstGeom>
        </p:spPr>
        <p:txBody>
          <a:bodyPr/>
          <a:lstStyle>
            <a:lvl1pPr marL="0" indent="0">
              <a:buFontTx/>
              <a:buNone/>
              <a:defRPr sz="1800">
                <a:solidFill>
                  <a:schemeClr val="bg1"/>
                </a:solidFill>
                <a:latin typeface="Times" pitchFamily="2" charset="0"/>
              </a:defRPr>
            </a:lvl1pPr>
            <a:lvl2pPr>
              <a:buFontTx/>
              <a:buNone/>
              <a:defRPr>
                <a:solidFill>
                  <a:schemeClr val="bg1"/>
                </a:solidFill>
              </a:defRPr>
            </a:lvl2pPr>
            <a:lvl3pPr>
              <a:buFontTx/>
              <a:buNone/>
              <a:defRPr>
                <a:solidFill>
                  <a:schemeClr val="bg1"/>
                </a:solidFill>
              </a:defRPr>
            </a:lvl3pPr>
            <a:lvl4pPr>
              <a:buFontTx/>
              <a:buNone/>
              <a:defRPr>
                <a:solidFill>
                  <a:schemeClr val="bg1"/>
                </a:solidFill>
              </a:defRPr>
            </a:lvl4pPr>
            <a:lvl5pPr>
              <a:buFontTx/>
              <a:buNone/>
              <a:defRPr>
                <a:solidFill>
                  <a:schemeClr val="bg1"/>
                </a:solidFill>
              </a:defRPr>
            </a:lvl5pPr>
          </a:lstStyle>
          <a:p>
            <a:pPr lvl="0"/>
            <a:r>
              <a:rPr lang="en-GB"/>
              <a:t>Click to edit Master text styles</a:t>
            </a:r>
            <a:endParaRPr lang="en-US"/>
          </a:p>
        </p:txBody>
      </p:sp>
      <p:pic>
        <p:nvPicPr>
          <p:cNvPr id="7" name="object 4">
            <a:extLst>
              <a:ext uri="{FF2B5EF4-FFF2-40B4-BE49-F238E27FC236}">
                <a16:creationId xmlns:a16="http://schemas.microsoft.com/office/drawing/2014/main" id="{0DE0EA6B-E5AC-3B11-BD85-9AE2F2B2BA1F}"/>
              </a:ext>
              <a:ext uri="{C183D7F6-B498-43B3-948B-1728B52AA6E4}">
                <adec:decorative xmlns:adec="http://schemas.microsoft.com/office/drawing/2017/decorative" val="1"/>
              </a:ext>
            </a:extLst>
          </p:cNvPr>
          <p:cNvPicPr/>
          <p:nvPr userDrawn="1"/>
        </p:nvPicPr>
        <p:blipFill>
          <a:blip r:embed="rId2" cstate="email">
            <a:extLst>
              <a:ext uri="{28A0092B-C50C-407E-A947-70E740481C1C}">
                <a14:useLocalDpi xmlns:a14="http://schemas.microsoft.com/office/drawing/2010/main"/>
              </a:ext>
            </a:extLst>
          </a:blip>
          <a:srcRect/>
          <a:stretch/>
        </p:blipFill>
        <p:spPr>
          <a:xfrm>
            <a:off x="-2865" y="-960120"/>
            <a:ext cx="9144000" cy="6103620"/>
          </a:xfrm>
          <a:prstGeom prst="rect">
            <a:avLst/>
          </a:prstGeom>
        </p:spPr>
      </p:pic>
    </p:spTree>
    <p:extLst>
      <p:ext uri="{BB962C8B-B14F-4D97-AF65-F5344CB8AC3E}">
        <p14:creationId xmlns:p14="http://schemas.microsoft.com/office/powerpoint/2010/main" val="3494040816"/>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 3">
    <p:bg>
      <p:bgRef idx="1001">
        <a:schemeClr val="bg1"/>
      </p:bgRef>
    </p:bg>
    <p:spTree>
      <p:nvGrpSpPr>
        <p:cNvPr id="1" name=""/>
        <p:cNvGrpSpPr/>
        <p:nvPr/>
      </p:nvGrpSpPr>
      <p:grpSpPr>
        <a:xfrm>
          <a:off x="0" y="0"/>
          <a:ext cx="0" cy="0"/>
          <a:chOff x="0" y="0"/>
          <a:chExt cx="0" cy="0"/>
        </a:xfrm>
      </p:grpSpPr>
      <p:pic>
        <p:nvPicPr>
          <p:cNvPr id="5" name="object 1">
            <a:extLst>
              <a:ext uri="{FF2B5EF4-FFF2-40B4-BE49-F238E27FC236}">
                <a16:creationId xmlns:a16="http://schemas.microsoft.com/office/drawing/2014/main" id="{3DE60E2F-8D86-E014-B1B6-8CC60B835BB9}"/>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3999" cy="5143500"/>
          </a:xfrm>
          <a:prstGeom prst="rect">
            <a:avLst/>
          </a:prstGeom>
        </p:spPr>
      </p:pic>
    </p:spTree>
    <p:extLst>
      <p:ext uri="{BB962C8B-B14F-4D97-AF65-F5344CB8AC3E}">
        <p14:creationId xmlns:p14="http://schemas.microsoft.com/office/powerpoint/2010/main" val="382651899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 and text 1">
    <p:bg>
      <p:bgRef idx="1001">
        <a:schemeClr val="bg1"/>
      </p:bgRef>
    </p:bg>
    <p:spTree>
      <p:nvGrpSpPr>
        <p:cNvPr id="1" name=""/>
        <p:cNvGrpSpPr/>
        <p:nvPr/>
      </p:nvGrpSpPr>
      <p:grpSpPr>
        <a:xfrm>
          <a:off x="0" y="0"/>
          <a:ext cx="0" cy="0"/>
          <a:chOff x="0" y="0"/>
          <a:chExt cx="0" cy="0"/>
        </a:xfrm>
      </p:grpSpPr>
      <p:sp>
        <p:nvSpPr>
          <p:cNvPr id="11" name="Picture Placeholder 1">
            <a:extLst>
              <a:ext uri="{FF2B5EF4-FFF2-40B4-BE49-F238E27FC236}">
                <a16:creationId xmlns:a16="http://schemas.microsoft.com/office/drawing/2014/main" id="{A0A86295-3799-4055-1C7A-59CAA363CB15}"/>
              </a:ext>
            </a:extLst>
          </p:cNvPr>
          <p:cNvSpPr>
            <a:spLocks noGrp="1"/>
          </p:cNvSpPr>
          <p:nvPr>
            <p:ph type="pic" sz="quarter" idx="10" hasCustomPrompt="1"/>
          </p:nvPr>
        </p:nvSpPr>
        <p:spPr>
          <a:xfrm>
            <a:off x="0" y="-1"/>
            <a:ext cx="9144000" cy="3028949"/>
          </a:xfrm>
          <a:prstGeom prst="rect">
            <a:avLst/>
          </a:prstGeom>
          <a:solidFill>
            <a:schemeClr val="bg1">
              <a:lumMod val="95000"/>
            </a:schemeClr>
          </a:solidFill>
        </p:spPr>
        <p:txBody>
          <a:bodyPr anchor="ctr" anchorCtr="0"/>
          <a:lstStyle>
            <a:lvl1pPr marL="0" indent="0" algn="ctr">
              <a:buNone/>
              <a:defRPr sz="1100"/>
            </a:lvl1pPr>
          </a:lstStyle>
          <a:p>
            <a:r>
              <a:rPr lang="en-US"/>
              <a:t>Click to add image</a:t>
            </a:r>
          </a:p>
        </p:txBody>
      </p:sp>
      <p:sp>
        <p:nvSpPr>
          <p:cNvPr id="4" name="object 2">
            <a:extLst>
              <a:ext uri="{FF2B5EF4-FFF2-40B4-BE49-F238E27FC236}">
                <a16:creationId xmlns:a16="http://schemas.microsoft.com/office/drawing/2014/main" id="{BCED1024-5DA2-8840-7AC2-C7FC158C755F}"/>
              </a:ext>
              <a:ext uri="{C183D7F6-B498-43B3-948B-1728B52AA6E4}">
                <adec:decorative xmlns:adec="http://schemas.microsoft.com/office/drawing/2017/decorative" val="1"/>
              </a:ext>
            </a:extLst>
          </p:cNvPr>
          <p:cNvSpPr/>
          <p:nvPr userDrawn="1"/>
        </p:nvSpPr>
        <p:spPr>
          <a:xfrm>
            <a:off x="0" y="3028950"/>
            <a:ext cx="9144000" cy="71436"/>
          </a:xfrm>
          <a:custGeom>
            <a:avLst/>
            <a:gdLst/>
            <a:ahLst/>
            <a:cxnLst/>
            <a:rect l="l" t="t" r="r" b="b"/>
            <a:pathLst>
              <a:path w="9144000" h="459739">
                <a:moveTo>
                  <a:pt x="9144000" y="0"/>
                </a:moveTo>
                <a:lnTo>
                  <a:pt x="0" y="0"/>
                </a:lnTo>
                <a:lnTo>
                  <a:pt x="0" y="459739"/>
                </a:lnTo>
                <a:lnTo>
                  <a:pt x="9144000" y="459739"/>
                </a:lnTo>
                <a:lnTo>
                  <a:pt x="9144000" y="0"/>
                </a:lnTo>
                <a:close/>
              </a:path>
            </a:pathLst>
          </a:custGeom>
          <a:solidFill>
            <a:srgbClr val="E64626"/>
          </a:solidFill>
          <a:ln>
            <a:solidFill>
              <a:schemeClr val="accent1"/>
            </a:solidFill>
          </a:ln>
        </p:spPr>
        <p:txBody>
          <a:bodyPr wrap="square" lIns="0" tIns="0" rIns="0" bIns="0" rtlCol="0"/>
          <a:lstStyle/>
          <a:p>
            <a:endParaRPr/>
          </a:p>
        </p:txBody>
      </p:sp>
      <p:sp>
        <p:nvSpPr>
          <p:cNvPr id="3" name="object 3">
            <a:extLst>
              <a:ext uri="{FF2B5EF4-FFF2-40B4-BE49-F238E27FC236}">
                <a16:creationId xmlns:a16="http://schemas.microsoft.com/office/drawing/2014/main" id="{E3399B2A-36AB-AE15-E217-C1D472E7E1EC}"/>
              </a:ext>
              <a:ext uri="{C183D7F6-B498-43B3-948B-1728B52AA6E4}">
                <adec:decorative xmlns:adec="http://schemas.microsoft.com/office/drawing/2017/decorative" val="1"/>
              </a:ext>
            </a:extLst>
          </p:cNvPr>
          <p:cNvSpPr/>
          <p:nvPr userDrawn="1"/>
        </p:nvSpPr>
        <p:spPr>
          <a:xfrm>
            <a:off x="0" y="3100387"/>
            <a:ext cx="9144000" cy="2043430"/>
          </a:xfrm>
          <a:custGeom>
            <a:avLst/>
            <a:gdLst/>
            <a:ahLst/>
            <a:cxnLst/>
            <a:rect l="l" t="t" r="r" b="b"/>
            <a:pathLst>
              <a:path w="9144000" h="2043429">
                <a:moveTo>
                  <a:pt x="9144000" y="0"/>
                </a:moveTo>
                <a:lnTo>
                  <a:pt x="0" y="0"/>
                </a:lnTo>
                <a:lnTo>
                  <a:pt x="0" y="2043112"/>
                </a:lnTo>
                <a:lnTo>
                  <a:pt x="9144000" y="2043112"/>
                </a:lnTo>
                <a:lnTo>
                  <a:pt x="9144000" y="0"/>
                </a:lnTo>
                <a:close/>
              </a:path>
            </a:pathLst>
          </a:custGeom>
          <a:solidFill>
            <a:schemeClr val="tx2"/>
          </a:solidFill>
        </p:spPr>
        <p:txBody>
          <a:bodyPr wrap="square" lIns="0" tIns="0" rIns="0" bIns="0" rtlCol="0"/>
          <a:lstStyle/>
          <a:p>
            <a:endParaRPr/>
          </a:p>
        </p:txBody>
      </p:sp>
      <p:sp>
        <p:nvSpPr>
          <p:cNvPr id="6" name="object 4">
            <a:extLst>
              <a:ext uri="{FF2B5EF4-FFF2-40B4-BE49-F238E27FC236}">
                <a16:creationId xmlns:a16="http://schemas.microsoft.com/office/drawing/2014/main" id="{31B0B21C-FA2D-826B-7943-A68F827AB4FB}"/>
              </a:ext>
              <a:ext uri="{C183D7F6-B498-43B3-948B-1728B52AA6E4}">
                <adec:decorative xmlns:adec="http://schemas.microsoft.com/office/drawing/2017/decorative" val="1"/>
              </a:ext>
            </a:extLst>
          </p:cNvPr>
          <p:cNvSpPr/>
          <p:nvPr userDrawn="1"/>
        </p:nvSpPr>
        <p:spPr>
          <a:xfrm>
            <a:off x="3272443" y="3403748"/>
            <a:ext cx="0" cy="1219200"/>
          </a:xfrm>
          <a:custGeom>
            <a:avLst/>
            <a:gdLst/>
            <a:ahLst/>
            <a:cxnLst/>
            <a:rect l="l" t="t" r="r" b="b"/>
            <a:pathLst>
              <a:path h="1219200">
                <a:moveTo>
                  <a:pt x="0" y="0"/>
                </a:moveTo>
                <a:lnTo>
                  <a:pt x="0" y="1219199"/>
                </a:lnTo>
              </a:path>
            </a:pathLst>
          </a:custGeom>
          <a:ln w="12700">
            <a:solidFill>
              <a:schemeClr val="accent1"/>
            </a:solidFill>
          </a:ln>
        </p:spPr>
        <p:txBody>
          <a:bodyPr wrap="square" lIns="0" tIns="0" rIns="0" bIns="0" rtlCol="0"/>
          <a:lstStyle/>
          <a:p>
            <a:endParaRPr/>
          </a:p>
        </p:txBody>
      </p:sp>
      <p:sp>
        <p:nvSpPr>
          <p:cNvPr id="7" name="object 5">
            <a:extLst>
              <a:ext uri="{FF2B5EF4-FFF2-40B4-BE49-F238E27FC236}">
                <a16:creationId xmlns:a16="http://schemas.microsoft.com/office/drawing/2014/main" id="{8E3BADCE-997C-7AED-BF38-6CE000F80779}"/>
              </a:ext>
              <a:ext uri="{C183D7F6-B498-43B3-948B-1728B52AA6E4}">
                <adec:decorative xmlns:adec="http://schemas.microsoft.com/office/drawing/2017/decorative" val="1"/>
              </a:ext>
            </a:extLst>
          </p:cNvPr>
          <p:cNvSpPr/>
          <p:nvPr userDrawn="1"/>
        </p:nvSpPr>
        <p:spPr>
          <a:xfrm>
            <a:off x="5918200" y="3403748"/>
            <a:ext cx="0" cy="1219200"/>
          </a:xfrm>
          <a:custGeom>
            <a:avLst/>
            <a:gdLst/>
            <a:ahLst/>
            <a:cxnLst/>
            <a:rect l="l" t="t" r="r" b="b"/>
            <a:pathLst>
              <a:path h="1219200">
                <a:moveTo>
                  <a:pt x="0" y="0"/>
                </a:moveTo>
                <a:lnTo>
                  <a:pt x="0" y="1219199"/>
                </a:lnTo>
              </a:path>
            </a:pathLst>
          </a:custGeom>
          <a:ln w="12700">
            <a:solidFill>
              <a:schemeClr val="accent1"/>
            </a:solidFill>
          </a:ln>
        </p:spPr>
        <p:txBody>
          <a:bodyPr wrap="square" lIns="0" tIns="0" rIns="0" bIns="0" rtlCol="0"/>
          <a:lstStyle/>
          <a:p>
            <a:endParaRPr/>
          </a:p>
        </p:txBody>
      </p:sp>
      <p:sp>
        <p:nvSpPr>
          <p:cNvPr id="12" name="Holder 1">
            <a:extLst>
              <a:ext uri="{FF2B5EF4-FFF2-40B4-BE49-F238E27FC236}">
                <a16:creationId xmlns:a16="http://schemas.microsoft.com/office/drawing/2014/main" id="{A750FE79-0F06-BEC8-114A-CEEB0654F56F}"/>
              </a:ext>
            </a:extLst>
          </p:cNvPr>
          <p:cNvSpPr>
            <a:spLocks noGrp="1"/>
          </p:cNvSpPr>
          <p:nvPr>
            <p:ph type="body" idx="1" hasCustomPrompt="1"/>
          </p:nvPr>
        </p:nvSpPr>
        <p:spPr>
          <a:xfrm>
            <a:off x="898676" y="3357000"/>
            <a:ext cx="1945974" cy="1530203"/>
          </a:xfrm>
          <a:prstGeom prst="rect">
            <a:avLst/>
          </a:prstGeom>
        </p:spPr>
        <p:txBody>
          <a:bodyPr lIns="0" tIns="0" rIns="0" bIns="0" numCol="1" spcCol="252000"/>
          <a:lstStyle>
            <a:lvl1pPr marL="0" indent="0">
              <a:buFontTx/>
              <a:buNone/>
              <a:defRPr sz="1000" b="0" i="0">
                <a:solidFill>
                  <a:schemeClr val="bg1"/>
                </a:solidFill>
                <a:latin typeface="Arial"/>
                <a:cs typeface="Arial"/>
              </a:defRPr>
            </a:lvl1pPr>
          </a:lstStyle>
          <a:p>
            <a:r>
              <a:rPr lang="en-AU"/>
              <a:t>Click to add text 10pt</a:t>
            </a:r>
            <a:endParaRPr/>
          </a:p>
        </p:txBody>
      </p:sp>
      <p:sp>
        <p:nvSpPr>
          <p:cNvPr id="13" name="Holder 2">
            <a:extLst>
              <a:ext uri="{FF2B5EF4-FFF2-40B4-BE49-F238E27FC236}">
                <a16:creationId xmlns:a16="http://schemas.microsoft.com/office/drawing/2014/main" id="{816E88B2-2440-D778-EE70-7C9542EC020B}"/>
              </a:ext>
            </a:extLst>
          </p:cNvPr>
          <p:cNvSpPr>
            <a:spLocks noGrp="1"/>
          </p:cNvSpPr>
          <p:nvPr>
            <p:ph type="body" idx="11" hasCustomPrompt="1"/>
          </p:nvPr>
        </p:nvSpPr>
        <p:spPr>
          <a:xfrm>
            <a:off x="3615997" y="3357000"/>
            <a:ext cx="1945974" cy="1530203"/>
          </a:xfrm>
          <a:prstGeom prst="rect">
            <a:avLst/>
          </a:prstGeom>
        </p:spPr>
        <p:txBody>
          <a:bodyPr lIns="0" tIns="0" rIns="0" bIns="0" numCol="1" spcCol="252000"/>
          <a:lstStyle>
            <a:lvl1pPr marL="0" indent="0">
              <a:buFontTx/>
              <a:buNone/>
              <a:defRPr sz="1000" b="0" i="0">
                <a:solidFill>
                  <a:schemeClr val="bg1"/>
                </a:solidFill>
                <a:latin typeface="Arial"/>
                <a:cs typeface="Arial"/>
              </a:defRPr>
            </a:lvl1pPr>
          </a:lstStyle>
          <a:p>
            <a:pPr marL="0" marR="0" lvl="0" indent="0" defTabSz="914400" eaLnBrk="1" fontAlgn="auto" latinLnBrk="0" hangingPunct="1">
              <a:lnSpc>
                <a:spcPct val="100000"/>
              </a:lnSpc>
              <a:spcBef>
                <a:spcPts val="0"/>
              </a:spcBef>
              <a:spcAft>
                <a:spcPts val="0"/>
              </a:spcAft>
              <a:buClr>
                <a:schemeClr val="tx2"/>
              </a:buClr>
              <a:buSzTx/>
              <a:buFontTx/>
              <a:buNone/>
              <a:tabLst/>
              <a:defRPr/>
            </a:pPr>
            <a:r>
              <a:rPr lang="en-AU"/>
              <a:t>Click to add text 10pt</a:t>
            </a:r>
          </a:p>
          <a:p>
            <a:endParaRPr/>
          </a:p>
        </p:txBody>
      </p:sp>
      <p:sp>
        <p:nvSpPr>
          <p:cNvPr id="14" name="Holder 3">
            <a:extLst>
              <a:ext uri="{FF2B5EF4-FFF2-40B4-BE49-F238E27FC236}">
                <a16:creationId xmlns:a16="http://schemas.microsoft.com/office/drawing/2014/main" id="{52D6ACAB-5609-38FC-D3ED-9C642272FE3E}"/>
              </a:ext>
            </a:extLst>
          </p:cNvPr>
          <p:cNvSpPr>
            <a:spLocks noGrp="1"/>
          </p:cNvSpPr>
          <p:nvPr>
            <p:ph type="body" idx="12" hasCustomPrompt="1"/>
          </p:nvPr>
        </p:nvSpPr>
        <p:spPr>
          <a:xfrm>
            <a:off x="6333318" y="3357000"/>
            <a:ext cx="1945974" cy="1530203"/>
          </a:xfrm>
          <a:prstGeom prst="rect">
            <a:avLst/>
          </a:prstGeom>
        </p:spPr>
        <p:txBody>
          <a:bodyPr lIns="0" tIns="0" rIns="0" bIns="0" numCol="1" spcCol="252000"/>
          <a:lstStyle>
            <a:lvl1pPr marL="0" indent="0">
              <a:buFontTx/>
              <a:buNone/>
              <a:defRPr sz="1000" b="0" i="0">
                <a:solidFill>
                  <a:schemeClr val="bg1"/>
                </a:solidFill>
                <a:latin typeface="Arial"/>
                <a:cs typeface="Arial"/>
              </a:defRPr>
            </a:lvl1pPr>
          </a:lstStyle>
          <a:p>
            <a:pPr marL="0" marR="0" lvl="0" indent="0" defTabSz="914400" eaLnBrk="1" fontAlgn="auto" latinLnBrk="0" hangingPunct="1">
              <a:lnSpc>
                <a:spcPct val="100000"/>
              </a:lnSpc>
              <a:spcBef>
                <a:spcPts val="0"/>
              </a:spcBef>
              <a:spcAft>
                <a:spcPts val="0"/>
              </a:spcAft>
              <a:buClr>
                <a:schemeClr val="tx2"/>
              </a:buClr>
              <a:buSzTx/>
              <a:buFontTx/>
              <a:buNone/>
              <a:tabLst/>
              <a:defRPr/>
            </a:pPr>
            <a:r>
              <a:rPr lang="en-AU"/>
              <a:t>Click to add text 10pt</a:t>
            </a:r>
          </a:p>
          <a:p>
            <a:endParaRPr/>
          </a:p>
        </p:txBody>
      </p:sp>
    </p:spTree>
    <p:extLst>
      <p:ext uri="{BB962C8B-B14F-4D97-AF65-F5344CB8AC3E}">
        <p14:creationId xmlns:p14="http://schemas.microsoft.com/office/powerpoint/2010/main" val="1388858333"/>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Image and text 1">
    <p:bg>
      <p:bgRef idx="1001">
        <a:schemeClr val="bg1"/>
      </p:bgRef>
    </p:bg>
    <p:spTree>
      <p:nvGrpSpPr>
        <p:cNvPr id="1" name=""/>
        <p:cNvGrpSpPr/>
        <p:nvPr/>
      </p:nvGrpSpPr>
      <p:grpSpPr>
        <a:xfrm>
          <a:off x="0" y="0"/>
          <a:ext cx="0" cy="0"/>
          <a:chOff x="0" y="0"/>
          <a:chExt cx="0" cy="0"/>
        </a:xfrm>
      </p:grpSpPr>
      <p:sp>
        <p:nvSpPr>
          <p:cNvPr id="11" name="Picture Placeholder 1">
            <a:extLst>
              <a:ext uri="{FF2B5EF4-FFF2-40B4-BE49-F238E27FC236}">
                <a16:creationId xmlns:a16="http://schemas.microsoft.com/office/drawing/2014/main" id="{A0A86295-3799-4055-1C7A-59CAA363CB15}"/>
              </a:ext>
            </a:extLst>
          </p:cNvPr>
          <p:cNvSpPr>
            <a:spLocks noGrp="1"/>
          </p:cNvSpPr>
          <p:nvPr>
            <p:ph type="pic" sz="quarter" idx="10" hasCustomPrompt="1"/>
          </p:nvPr>
        </p:nvSpPr>
        <p:spPr>
          <a:xfrm>
            <a:off x="0" y="0"/>
            <a:ext cx="9144000" cy="2640647"/>
          </a:xfrm>
          <a:prstGeom prst="rect">
            <a:avLst/>
          </a:prstGeom>
          <a:solidFill>
            <a:schemeClr val="bg1">
              <a:lumMod val="95000"/>
            </a:schemeClr>
          </a:solidFill>
        </p:spPr>
        <p:txBody>
          <a:bodyPr anchor="ctr" anchorCtr="0"/>
          <a:lstStyle>
            <a:lvl1pPr marL="0" indent="0" algn="ctr">
              <a:buNone/>
              <a:defRPr sz="1100"/>
            </a:lvl1pPr>
          </a:lstStyle>
          <a:p>
            <a:r>
              <a:rPr lang="en-US"/>
              <a:t>Click to add image</a:t>
            </a:r>
          </a:p>
        </p:txBody>
      </p:sp>
      <p:sp>
        <p:nvSpPr>
          <p:cNvPr id="4" name="object 2">
            <a:extLst>
              <a:ext uri="{FF2B5EF4-FFF2-40B4-BE49-F238E27FC236}">
                <a16:creationId xmlns:a16="http://schemas.microsoft.com/office/drawing/2014/main" id="{BCED1024-5DA2-8840-7AC2-C7FC158C755F}"/>
              </a:ext>
              <a:ext uri="{C183D7F6-B498-43B3-948B-1728B52AA6E4}">
                <adec:decorative xmlns:adec="http://schemas.microsoft.com/office/drawing/2017/decorative" val="1"/>
              </a:ext>
            </a:extLst>
          </p:cNvPr>
          <p:cNvSpPr/>
          <p:nvPr userDrawn="1"/>
        </p:nvSpPr>
        <p:spPr>
          <a:xfrm>
            <a:off x="0" y="2640647"/>
            <a:ext cx="9144000" cy="459740"/>
          </a:xfrm>
          <a:custGeom>
            <a:avLst/>
            <a:gdLst/>
            <a:ahLst/>
            <a:cxnLst/>
            <a:rect l="l" t="t" r="r" b="b"/>
            <a:pathLst>
              <a:path w="9144000" h="459739">
                <a:moveTo>
                  <a:pt x="9144000" y="0"/>
                </a:moveTo>
                <a:lnTo>
                  <a:pt x="0" y="0"/>
                </a:lnTo>
                <a:lnTo>
                  <a:pt x="0" y="459739"/>
                </a:lnTo>
                <a:lnTo>
                  <a:pt x="9144000" y="459739"/>
                </a:lnTo>
                <a:lnTo>
                  <a:pt x="9144000" y="0"/>
                </a:lnTo>
                <a:close/>
              </a:path>
            </a:pathLst>
          </a:custGeom>
          <a:solidFill>
            <a:srgbClr val="E64626"/>
          </a:solidFill>
          <a:ln>
            <a:solidFill>
              <a:schemeClr val="accent1"/>
            </a:solidFill>
          </a:ln>
        </p:spPr>
        <p:txBody>
          <a:bodyPr wrap="square" lIns="0" tIns="0" rIns="0" bIns="0" rtlCol="0"/>
          <a:lstStyle/>
          <a:p>
            <a:endParaRPr/>
          </a:p>
        </p:txBody>
      </p:sp>
      <p:sp>
        <p:nvSpPr>
          <p:cNvPr id="3" name="object 3">
            <a:extLst>
              <a:ext uri="{FF2B5EF4-FFF2-40B4-BE49-F238E27FC236}">
                <a16:creationId xmlns:a16="http://schemas.microsoft.com/office/drawing/2014/main" id="{E3399B2A-36AB-AE15-E217-C1D472E7E1EC}"/>
              </a:ext>
              <a:ext uri="{C183D7F6-B498-43B3-948B-1728B52AA6E4}">
                <adec:decorative xmlns:adec="http://schemas.microsoft.com/office/drawing/2017/decorative" val="1"/>
              </a:ext>
            </a:extLst>
          </p:cNvPr>
          <p:cNvSpPr/>
          <p:nvPr userDrawn="1"/>
        </p:nvSpPr>
        <p:spPr>
          <a:xfrm>
            <a:off x="0" y="3100387"/>
            <a:ext cx="9144000" cy="2043430"/>
          </a:xfrm>
          <a:custGeom>
            <a:avLst/>
            <a:gdLst/>
            <a:ahLst/>
            <a:cxnLst/>
            <a:rect l="l" t="t" r="r" b="b"/>
            <a:pathLst>
              <a:path w="9144000" h="2043429">
                <a:moveTo>
                  <a:pt x="9144000" y="0"/>
                </a:moveTo>
                <a:lnTo>
                  <a:pt x="0" y="0"/>
                </a:lnTo>
                <a:lnTo>
                  <a:pt x="0" y="2043112"/>
                </a:lnTo>
                <a:lnTo>
                  <a:pt x="9144000" y="2043112"/>
                </a:lnTo>
                <a:lnTo>
                  <a:pt x="9144000" y="0"/>
                </a:lnTo>
                <a:close/>
              </a:path>
            </a:pathLst>
          </a:custGeom>
          <a:solidFill>
            <a:schemeClr val="bg2"/>
          </a:solidFill>
        </p:spPr>
        <p:txBody>
          <a:bodyPr wrap="square" lIns="0" tIns="0" rIns="0" bIns="0" rtlCol="0"/>
          <a:lstStyle/>
          <a:p>
            <a:endParaRPr/>
          </a:p>
        </p:txBody>
      </p:sp>
      <p:sp>
        <p:nvSpPr>
          <p:cNvPr id="6" name="object 4">
            <a:extLst>
              <a:ext uri="{FF2B5EF4-FFF2-40B4-BE49-F238E27FC236}">
                <a16:creationId xmlns:a16="http://schemas.microsoft.com/office/drawing/2014/main" id="{31B0B21C-FA2D-826B-7943-A68F827AB4FB}"/>
              </a:ext>
              <a:ext uri="{C183D7F6-B498-43B3-948B-1728B52AA6E4}">
                <adec:decorative xmlns:adec="http://schemas.microsoft.com/office/drawing/2017/decorative" val="1"/>
              </a:ext>
            </a:extLst>
          </p:cNvPr>
          <p:cNvSpPr/>
          <p:nvPr userDrawn="1"/>
        </p:nvSpPr>
        <p:spPr>
          <a:xfrm>
            <a:off x="3272443" y="3403748"/>
            <a:ext cx="0" cy="1219200"/>
          </a:xfrm>
          <a:custGeom>
            <a:avLst/>
            <a:gdLst/>
            <a:ahLst/>
            <a:cxnLst/>
            <a:rect l="l" t="t" r="r" b="b"/>
            <a:pathLst>
              <a:path h="1219200">
                <a:moveTo>
                  <a:pt x="0" y="0"/>
                </a:moveTo>
                <a:lnTo>
                  <a:pt x="0" y="1219199"/>
                </a:lnTo>
              </a:path>
            </a:pathLst>
          </a:custGeom>
          <a:ln w="25400">
            <a:solidFill>
              <a:schemeClr val="accent1"/>
            </a:solidFill>
          </a:ln>
        </p:spPr>
        <p:txBody>
          <a:bodyPr wrap="square" lIns="0" tIns="0" rIns="0" bIns="0" rtlCol="0"/>
          <a:lstStyle/>
          <a:p>
            <a:endParaRPr/>
          </a:p>
        </p:txBody>
      </p:sp>
      <p:sp>
        <p:nvSpPr>
          <p:cNvPr id="7" name="object 5">
            <a:extLst>
              <a:ext uri="{FF2B5EF4-FFF2-40B4-BE49-F238E27FC236}">
                <a16:creationId xmlns:a16="http://schemas.microsoft.com/office/drawing/2014/main" id="{8E3BADCE-997C-7AED-BF38-6CE000F80779}"/>
              </a:ext>
              <a:ext uri="{C183D7F6-B498-43B3-948B-1728B52AA6E4}">
                <adec:decorative xmlns:adec="http://schemas.microsoft.com/office/drawing/2017/decorative" val="1"/>
              </a:ext>
            </a:extLst>
          </p:cNvPr>
          <p:cNvSpPr/>
          <p:nvPr userDrawn="1"/>
        </p:nvSpPr>
        <p:spPr>
          <a:xfrm>
            <a:off x="5918200" y="3403748"/>
            <a:ext cx="0" cy="1219200"/>
          </a:xfrm>
          <a:custGeom>
            <a:avLst/>
            <a:gdLst/>
            <a:ahLst/>
            <a:cxnLst/>
            <a:rect l="l" t="t" r="r" b="b"/>
            <a:pathLst>
              <a:path h="1219200">
                <a:moveTo>
                  <a:pt x="0" y="0"/>
                </a:moveTo>
                <a:lnTo>
                  <a:pt x="0" y="1219199"/>
                </a:lnTo>
              </a:path>
            </a:pathLst>
          </a:custGeom>
          <a:ln w="25400">
            <a:solidFill>
              <a:schemeClr val="accent1"/>
            </a:solidFill>
          </a:ln>
        </p:spPr>
        <p:txBody>
          <a:bodyPr wrap="square" lIns="0" tIns="0" rIns="0" bIns="0" rtlCol="0"/>
          <a:lstStyle/>
          <a:p>
            <a:endParaRPr/>
          </a:p>
        </p:txBody>
      </p:sp>
      <p:sp>
        <p:nvSpPr>
          <p:cNvPr id="12" name="Holder 1">
            <a:extLst>
              <a:ext uri="{FF2B5EF4-FFF2-40B4-BE49-F238E27FC236}">
                <a16:creationId xmlns:a16="http://schemas.microsoft.com/office/drawing/2014/main" id="{A750FE79-0F06-BEC8-114A-CEEB0654F56F}"/>
              </a:ext>
            </a:extLst>
          </p:cNvPr>
          <p:cNvSpPr>
            <a:spLocks noGrp="1"/>
          </p:cNvSpPr>
          <p:nvPr>
            <p:ph type="body" idx="1" hasCustomPrompt="1"/>
          </p:nvPr>
        </p:nvSpPr>
        <p:spPr>
          <a:xfrm>
            <a:off x="898676" y="3357000"/>
            <a:ext cx="1945974" cy="1530203"/>
          </a:xfrm>
          <a:prstGeom prst="rect">
            <a:avLst/>
          </a:prstGeom>
        </p:spPr>
        <p:txBody>
          <a:bodyPr lIns="0" tIns="0" rIns="0" bIns="0" numCol="1" spcCol="252000"/>
          <a:lstStyle>
            <a:lvl1pPr marL="0" indent="0">
              <a:buFontTx/>
              <a:buNone/>
              <a:defRPr sz="1000" b="0" i="0">
                <a:solidFill>
                  <a:schemeClr val="tx1"/>
                </a:solidFill>
                <a:latin typeface="Arial"/>
                <a:cs typeface="Arial"/>
              </a:defRPr>
            </a:lvl1pPr>
          </a:lstStyle>
          <a:p>
            <a:r>
              <a:rPr lang="en-AU"/>
              <a:t>Click to add text 10pt</a:t>
            </a:r>
            <a:endParaRPr/>
          </a:p>
        </p:txBody>
      </p:sp>
      <p:sp>
        <p:nvSpPr>
          <p:cNvPr id="13" name="Holder 2">
            <a:extLst>
              <a:ext uri="{FF2B5EF4-FFF2-40B4-BE49-F238E27FC236}">
                <a16:creationId xmlns:a16="http://schemas.microsoft.com/office/drawing/2014/main" id="{816E88B2-2440-D778-EE70-7C9542EC020B}"/>
              </a:ext>
            </a:extLst>
          </p:cNvPr>
          <p:cNvSpPr>
            <a:spLocks noGrp="1"/>
          </p:cNvSpPr>
          <p:nvPr>
            <p:ph type="body" idx="11" hasCustomPrompt="1"/>
          </p:nvPr>
        </p:nvSpPr>
        <p:spPr>
          <a:xfrm>
            <a:off x="3615997" y="3357000"/>
            <a:ext cx="1945974" cy="1530203"/>
          </a:xfrm>
          <a:prstGeom prst="rect">
            <a:avLst/>
          </a:prstGeom>
        </p:spPr>
        <p:txBody>
          <a:bodyPr lIns="0" tIns="0" rIns="0" bIns="0" numCol="1" spcCol="252000"/>
          <a:lstStyle>
            <a:lvl1pPr marL="0" indent="0">
              <a:buFontTx/>
              <a:buNone/>
              <a:defRPr sz="1000" b="0" i="0">
                <a:solidFill>
                  <a:schemeClr val="tx1"/>
                </a:solidFill>
                <a:latin typeface="Arial"/>
                <a:cs typeface="Arial"/>
              </a:defRPr>
            </a:lvl1pPr>
          </a:lstStyle>
          <a:p>
            <a:r>
              <a:rPr lang="en-AU"/>
              <a:t>Click to add text 10pt</a:t>
            </a:r>
          </a:p>
          <a:p>
            <a:endParaRPr/>
          </a:p>
        </p:txBody>
      </p:sp>
      <p:sp>
        <p:nvSpPr>
          <p:cNvPr id="14" name="Holder 3">
            <a:extLst>
              <a:ext uri="{FF2B5EF4-FFF2-40B4-BE49-F238E27FC236}">
                <a16:creationId xmlns:a16="http://schemas.microsoft.com/office/drawing/2014/main" id="{52D6ACAB-5609-38FC-D3ED-9C642272FE3E}"/>
              </a:ext>
            </a:extLst>
          </p:cNvPr>
          <p:cNvSpPr>
            <a:spLocks noGrp="1"/>
          </p:cNvSpPr>
          <p:nvPr>
            <p:ph type="body" idx="12" hasCustomPrompt="1"/>
          </p:nvPr>
        </p:nvSpPr>
        <p:spPr>
          <a:xfrm>
            <a:off x="6333318" y="3357000"/>
            <a:ext cx="1945974" cy="1530203"/>
          </a:xfrm>
          <a:prstGeom prst="rect">
            <a:avLst/>
          </a:prstGeom>
        </p:spPr>
        <p:txBody>
          <a:bodyPr lIns="0" tIns="0" rIns="0" bIns="0" numCol="1" spcCol="252000"/>
          <a:lstStyle>
            <a:lvl1pPr marL="0" indent="0">
              <a:buFontTx/>
              <a:buNone/>
              <a:defRPr sz="1000" b="0" i="0">
                <a:solidFill>
                  <a:schemeClr val="tx1"/>
                </a:solidFill>
                <a:latin typeface="Arial"/>
                <a:cs typeface="Arial"/>
              </a:defRPr>
            </a:lvl1pPr>
          </a:lstStyle>
          <a:p>
            <a:pPr marL="0" marR="0" lvl="0" indent="0" defTabSz="914400" eaLnBrk="1" fontAlgn="auto" latinLnBrk="0" hangingPunct="1">
              <a:lnSpc>
                <a:spcPct val="100000"/>
              </a:lnSpc>
              <a:spcBef>
                <a:spcPts val="0"/>
              </a:spcBef>
              <a:spcAft>
                <a:spcPts val="0"/>
              </a:spcAft>
              <a:buClr>
                <a:schemeClr val="tx2"/>
              </a:buClr>
              <a:buSzTx/>
              <a:buFontTx/>
              <a:buNone/>
              <a:tabLst/>
              <a:defRPr/>
            </a:pPr>
            <a:r>
              <a:rPr lang="en-AU"/>
              <a:t>Click to add text 10pt</a:t>
            </a:r>
          </a:p>
          <a:p>
            <a:endParaRPr/>
          </a:p>
        </p:txBody>
      </p:sp>
    </p:spTree>
    <p:extLst>
      <p:ext uri="{BB962C8B-B14F-4D97-AF65-F5344CB8AC3E}">
        <p14:creationId xmlns:p14="http://schemas.microsoft.com/office/powerpoint/2010/main" val="3695472022"/>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accent1"/>
        </a:solidFill>
        <a:effectLst/>
      </p:bgPr>
    </p:bg>
    <p:spTree>
      <p:nvGrpSpPr>
        <p:cNvPr id="1" name=""/>
        <p:cNvGrpSpPr/>
        <p:nvPr/>
      </p:nvGrpSpPr>
      <p:grpSpPr>
        <a:xfrm>
          <a:off x="0" y="0"/>
          <a:ext cx="0" cy="0"/>
          <a:chOff x="0" y="0"/>
          <a:chExt cx="0" cy="0"/>
        </a:xfrm>
      </p:grpSpPr>
      <p:sp>
        <p:nvSpPr>
          <p:cNvPr id="12" name="Text Placeholder 1">
            <a:extLst>
              <a:ext uri="{FF2B5EF4-FFF2-40B4-BE49-F238E27FC236}">
                <a16:creationId xmlns:a16="http://schemas.microsoft.com/office/drawing/2014/main" id="{284C3413-144B-3E34-A5A7-2A85DAA63644}"/>
              </a:ext>
            </a:extLst>
          </p:cNvPr>
          <p:cNvSpPr>
            <a:spLocks noGrp="1"/>
          </p:cNvSpPr>
          <p:nvPr>
            <p:ph type="body" sz="quarter" idx="12" hasCustomPrompt="1"/>
          </p:nvPr>
        </p:nvSpPr>
        <p:spPr>
          <a:xfrm>
            <a:off x="581013" y="1657350"/>
            <a:ext cx="3152775" cy="2362200"/>
          </a:xfrm>
          <a:prstGeom prst="rect">
            <a:avLst/>
          </a:prstGeom>
        </p:spPr>
        <p:txBody>
          <a:bodyPr lIns="0" anchor="b" anchorCtr="0"/>
          <a:lstStyle>
            <a:lvl1pPr marL="0" indent="0">
              <a:buNone/>
              <a:defRPr sz="1000">
                <a:solidFill>
                  <a:schemeClr val="tx1"/>
                </a:solidFill>
              </a:defRPr>
            </a:lvl1pPr>
            <a:lvl2pPr>
              <a:buNone/>
              <a:defRPr sz="1000">
                <a:solidFill>
                  <a:schemeClr val="tx1"/>
                </a:solidFill>
              </a:defRPr>
            </a:lvl2pPr>
            <a:lvl3pPr>
              <a:buNone/>
              <a:defRPr sz="1000">
                <a:solidFill>
                  <a:schemeClr val="tx1"/>
                </a:solidFill>
              </a:defRPr>
            </a:lvl3pPr>
            <a:lvl4pPr>
              <a:buNone/>
              <a:defRPr sz="1000">
                <a:solidFill>
                  <a:schemeClr val="tx1"/>
                </a:solidFill>
              </a:defRPr>
            </a:lvl4pPr>
            <a:lvl5pPr>
              <a:buNone/>
              <a:defRPr sz="1000">
                <a:solidFill>
                  <a:schemeClr val="tx1"/>
                </a:solidFill>
              </a:defRPr>
            </a:lvl5pPr>
          </a:lstStyle>
          <a:p>
            <a:pPr marL="12700">
              <a:lnSpc>
                <a:spcPct val="100000"/>
              </a:lnSpc>
              <a:spcBef>
                <a:spcPts val="100"/>
              </a:spcBef>
            </a:pPr>
            <a:r>
              <a:rPr lang="en-AU" sz="1000" b="1">
                <a:latin typeface="Arial"/>
                <a:cs typeface="Arial"/>
              </a:rPr>
              <a:t>Insert team/discipline </a:t>
            </a:r>
            <a:r>
              <a:rPr lang="en-AU" sz="1000" b="1" spc="-20">
                <a:latin typeface="Arial"/>
                <a:cs typeface="Arial"/>
              </a:rPr>
              <a:t>area</a:t>
            </a:r>
            <a:endParaRPr lang="en-AU" sz="1000">
              <a:latin typeface="Arial"/>
              <a:cs typeface="Arial"/>
            </a:endParaRPr>
          </a:p>
          <a:p>
            <a:pPr marL="12700" marR="711200">
              <a:lnSpc>
                <a:spcPct val="100000"/>
              </a:lnSpc>
            </a:pPr>
            <a:r>
              <a:rPr lang="en-AU" sz="1000">
                <a:latin typeface="Arial"/>
                <a:cs typeface="Arial"/>
              </a:rPr>
              <a:t>Name</a:t>
            </a:r>
            <a:r>
              <a:rPr lang="en-AU" sz="1000" spc="-20">
                <a:latin typeface="Arial"/>
                <a:cs typeface="Arial"/>
              </a:rPr>
              <a:t> </a:t>
            </a:r>
            <a:r>
              <a:rPr lang="en-AU" sz="1000" spc="-10">
                <a:latin typeface="Arial"/>
                <a:cs typeface="Arial"/>
              </a:rPr>
              <a:t>Surname Title</a:t>
            </a:r>
            <a:endParaRPr lang="en-AU" sz="1000">
              <a:latin typeface="Arial"/>
              <a:cs typeface="Arial"/>
            </a:endParaRPr>
          </a:p>
          <a:p>
            <a:pPr marL="12700">
              <a:lnSpc>
                <a:spcPct val="100000"/>
              </a:lnSpc>
            </a:pPr>
            <a:r>
              <a:rPr lang="en-AU" sz="1000">
                <a:latin typeface="Arial"/>
                <a:cs typeface="Arial"/>
              </a:rPr>
              <a:t>+61</a:t>
            </a:r>
            <a:r>
              <a:rPr lang="en-AU" sz="1000" spc="-10">
                <a:latin typeface="Arial"/>
                <a:cs typeface="Arial"/>
              </a:rPr>
              <a:t> </a:t>
            </a:r>
            <a:r>
              <a:rPr lang="en-AU" sz="1000">
                <a:latin typeface="Arial"/>
                <a:cs typeface="Arial"/>
              </a:rPr>
              <a:t>2</a:t>
            </a:r>
            <a:r>
              <a:rPr lang="en-AU" sz="1000" spc="-5">
                <a:latin typeface="Arial"/>
                <a:cs typeface="Arial"/>
              </a:rPr>
              <a:t> </a:t>
            </a:r>
            <a:r>
              <a:rPr lang="en-AU" sz="1000">
                <a:latin typeface="Arial"/>
                <a:cs typeface="Arial"/>
              </a:rPr>
              <a:t>1234</a:t>
            </a:r>
            <a:r>
              <a:rPr lang="en-AU" sz="1000" spc="-10">
                <a:latin typeface="Arial"/>
                <a:cs typeface="Arial"/>
              </a:rPr>
              <a:t> </a:t>
            </a:r>
            <a:r>
              <a:rPr lang="en-AU" sz="1000" spc="-20">
                <a:latin typeface="Arial"/>
                <a:cs typeface="Arial"/>
              </a:rPr>
              <a:t>5678</a:t>
            </a:r>
            <a:endParaRPr lang="en-AU" sz="1000">
              <a:latin typeface="Arial"/>
              <a:cs typeface="Arial"/>
            </a:endParaRPr>
          </a:p>
          <a:p>
            <a:pPr marL="12700">
              <a:lnSpc>
                <a:spcPct val="100000"/>
              </a:lnSpc>
            </a:pPr>
            <a:r>
              <a:rPr lang="en-AU" sz="1000" spc="-10">
                <a:latin typeface="Arial"/>
                <a:cs typeface="Arial"/>
                <a:hlinkClick r:id="rId2"/>
              </a:rPr>
              <a:t>first.last@sydney.edu.au</a:t>
            </a:r>
            <a:endParaRPr lang="en-AU" sz="1000">
              <a:latin typeface="Arial"/>
              <a:cs typeface="Arial"/>
            </a:endParaRPr>
          </a:p>
          <a:p>
            <a:pPr>
              <a:lnSpc>
                <a:spcPct val="100000"/>
              </a:lnSpc>
              <a:spcBef>
                <a:spcPts val="50"/>
              </a:spcBef>
            </a:pPr>
            <a:endParaRPr lang="en-AU" sz="1000">
              <a:latin typeface="Arial"/>
              <a:cs typeface="Arial"/>
            </a:endParaRPr>
          </a:p>
          <a:p>
            <a:pPr marL="12700">
              <a:lnSpc>
                <a:spcPct val="100000"/>
              </a:lnSpc>
            </a:pPr>
            <a:r>
              <a:rPr lang="en-AU" sz="1000" b="1" spc="-10" err="1">
                <a:latin typeface="Arial"/>
                <a:cs typeface="Arial"/>
              </a:rPr>
              <a:t>sydney.edu.au</a:t>
            </a:r>
            <a:r>
              <a:rPr lang="en-AU" sz="1000" b="1" spc="-10">
                <a:latin typeface="Arial"/>
                <a:cs typeface="Arial"/>
              </a:rPr>
              <a:t>/</a:t>
            </a:r>
            <a:r>
              <a:rPr lang="en-AU" sz="1000" b="1" spc="-10" err="1">
                <a:latin typeface="Arial"/>
                <a:cs typeface="Arial"/>
              </a:rPr>
              <a:t>xxxx</a:t>
            </a:r>
            <a:endParaRPr lang="en-AU" sz="1000">
              <a:latin typeface="Arial"/>
              <a:cs typeface="Arial"/>
            </a:endParaRPr>
          </a:p>
        </p:txBody>
      </p:sp>
    </p:spTree>
    <p:extLst>
      <p:ext uri="{BB962C8B-B14F-4D97-AF65-F5344CB8AC3E}">
        <p14:creationId xmlns:p14="http://schemas.microsoft.com/office/powerpoint/2010/main" val="224873522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0" tIns="0" rIns="0" bIns="0"/>
          <a:lstStyle>
            <a:lvl1pPr>
              <a:defRPr sz="2400" b="0" i="0">
                <a:solidFill>
                  <a:schemeClr val="accent1"/>
                </a:solidFill>
                <a:latin typeface="Times" pitchFamily="2" charset="0"/>
                <a:cs typeface="Times New Roman"/>
              </a:defRPr>
            </a:lvl1pPr>
          </a:lstStyle>
          <a:p>
            <a:r>
              <a:rPr lang="en-AU"/>
              <a:t>Title only</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No title (line and footer)">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Footer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7F195D-1D75-7971-7AE4-F2EDDB4FE0DC}"/>
              </a:ext>
              <a:ext uri="{C183D7F6-B498-43B3-948B-1728B52AA6E4}">
                <adec:decorative xmlns:adec="http://schemas.microsoft.com/office/drawing/2017/decorative" val="1"/>
              </a:ext>
            </a:extLst>
          </p:cNvPr>
          <p:cNvSpPr/>
          <p:nvPr userDrawn="1"/>
        </p:nvSpPr>
        <p:spPr>
          <a:xfrm>
            <a:off x="0" y="0"/>
            <a:ext cx="9144000" cy="971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58912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7BF0C12-4EFA-AA48-3CFD-E595F2CE757D}"/>
              </a:ext>
            </a:extLst>
          </p:cNvPr>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22846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Only - Sandstone background">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0" tIns="0" rIns="0" bIns="0"/>
          <a:lstStyle>
            <a:lvl1pPr>
              <a:defRPr sz="2400" b="0" i="0">
                <a:solidFill>
                  <a:schemeClr val="accent1"/>
                </a:solidFill>
                <a:latin typeface="Times" pitchFamily="2" charset="0"/>
                <a:cs typeface="Times New Roman"/>
              </a:defRPr>
            </a:lvl1pPr>
          </a:lstStyle>
          <a:p>
            <a:r>
              <a:rPr lang="en-AU"/>
              <a:t>Title only – Sandstone background</a:t>
            </a:r>
            <a:endParaRPr/>
          </a:p>
        </p:txBody>
      </p:sp>
    </p:spTree>
    <p:extLst>
      <p:ext uri="{BB962C8B-B14F-4D97-AF65-F5344CB8AC3E}">
        <p14:creationId xmlns:p14="http://schemas.microsoft.com/office/powerpoint/2010/main" val="4217484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Only - Light Grey backgroun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0" tIns="0" rIns="0" bIns="0"/>
          <a:lstStyle>
            <a:lvl1pPr>
              <a:defRPr sz="2400" b="0" i="0">
                <a:solidFill>
                  <a:schemeClr val="accent1"/>
                </a:solidFill>
                <a:latin typeface="Times" pitchFamily="2" charset="0"/>
                <a:cs typeface="Times New Roman"/>
              </a:defRPr>
            </a:lvl1pPr>
          </a:lstStyle>
          <a:p>
            <a:r>
              <a:rPr lang="en-AU"/>
              <a:t>Title only – light grey background</a:t>
            </a:r>
            <a:endParaRPr/>
          </a:p>
        </p:txBody>
      </p:sp>
    </p:spTree>
    <p:extLst>
      <p:ext uri="{BB962C8B-B14F-4D97-AF65-F5344CB8AC3E}">
        <p14:creationId xmlns:p14="http://schemas.microsoft.com/office/powerpoint/2010/main" val="298129070"/>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 column, small body copy 10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736598"/>
            <a:ext cx="7988300" cy="738664"/>
          </a:xfrm>
        </p:spPr>
        <p:txBody>
          <a:bodyPr lIns="0" tIns="0" rIns="0" bIns="0"/>
          <a:lstStyle>
            <a:lvl1pPr>
              <a:defRPr sz="2400" b="0" i="0">
                <a:solidFill>
                  <a:srgbClr val="E64626"/>
                </a:solidFill>
                <a:latin typeface="Times" pitchFamily="2" charset="0"/>
                <a:cs typeface="Times New Roman"/>
              </a:defRPr>
            </a:lvl1pPr>
          </a:lstStyle>
          <a:p>
            <a:r>
              <a:rPr lang="en-US"/>
              <a:t>Title and 1 column text box</a:t>
            </a:r>
            <a:br>
              <a:rPr lang="en-US"/>
            </a:br>
            <a:r>
              <a:rPr lang="en-US"/>
              <a:t>Small body copy</a:t>
            </a:r>
            <a:endParaRPr/>
          </a:p>
        </p:txBody>
      </p:sp>
      <p:sp>
        <p:nvSpPr>
          <p:cNvPr id="8" name="Placeholder text 2">
            <a:extLst>
              <a:ext uri="{FF2B5EF4-FFF2-40B4-BE49-F238E27FC236}">
                <a16:creationId xmlns:a16="http://schemas.microsoft.com/office/drawing/2014/main" id="{4750A85D-7EC4-4F3C-A957-3387FB721759}"/>
              </a:ext>
            </a:extLst>
          </p:cNvPr>
          <p:cNvSpPr>
            <a:spLocks noGrp="1"/>
          </p:cNvSpPr>
          <p:nvPr>
            <p:ph type="body" idx="1" hasCustomPrompt="1"/>
          </p:nvPr>
        </p:nvSpPr>
        <p:spPr>
          <a:xfrm>
            <a:off x="1892300" y="1803399"/>
            <a:ext cx="6673850" cy="2781300"/>
          </a:xfrm>
          <a:prstGeom prst="rect">
            <a:avLst/>
          </a:prstGeom>
        </p:spPr>
        <p:txBody>
          <a:bodyPr lIns="0" tIns="0" rIns="0" bIns="0" numCol="1" spcCol="252000"/>
          <a:lstStyle>
            <a:lvl1pPr marL="171450" indent="-171450">
              <a:buFont typeface="System Font Regular"/>
              <a:buChar char="-"/>
              <a:defRPr sz="1000" b="0" i="0">
                <a:solidFill>
                  <a:srgbClr val="3C3C3B"/>
                </a:solidFill>
                <a:latin typeface="Arial"/>
                <a:cs typeface="Arial"/>
              </a:defRPr>
            </a:lvl1pPr>
            <a:lvl2pPr marL="628650" indent="-171450">
              <a:buFont typeface="System Font Regular"/>
              <a:buChar char="-"/>
              <a:defRPr sz="1000"/>
            </a:lvl2pPr>
          </a:lstStyle>
          <a:p>
            <a:r>
              <a:rPr lang="en-AU"/>
              <a:t>Click to add text</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 column, small body copy 10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736598"/>
            <a:ext cx="7988300" cy="738664"/>
          </a:xfrm>
        </p:spPr>
        <p:txBody>
          <a:bodyPr lIns="0" tIns="0" rIns="0" bIns="0"/>
          <a:lstStyle>
            <a:lvl1pPr>
              <a:defRPr sz="2400" b="0" i="0">
                <a:solidFill>
                  <a:srgbClr val="E64626"/>
                </a:solidFill>
                <a:latin typeface="Times" pitchFamily="2" charset="0"/>
                <a:cs typeface="Times New Roman"/>
              </a:defRPr>
            </a:lvl1pPr>
          </a:lstStyle>
          <a:p>
            <a:r>
              <a:rPr lang="en-US"/>
              <a:t>Title and 2 column text box</a:t>
            </a:r>
            <a:br>
              <a:rPr lang="en-US"/>
            </a:br>
            <a:r>
              <a:rPr lang="en-US"/>
              <a:t>Small body copy</a:t>
            </a:r>
            <a:endParaRPr/>
          </a:p>
        </p:txBody>
      </p:sp>
      <p:sp>
        <p:nvSpPr>
          <p:cNvPr id="6" name="Text Placeholder 2">
            <a:extLst>
              <a:ext uri="{FF2B5EF4-FFF2-40B4-BE49-F238E27FC236}">
                <a16:creationId xmlns:a16="http://schemas.microsoft.com/office/drawing/2014/main" id="{38B76861-0B8E-1907-DDCC-D9BE0F72992B}"/>
              </a:ext>
            </a:extLst>
          </p:cNvPr>
          <p:cNvSpPr>
            <a:spLocks noGrp="1"/>
          </p:cNvSpPr>
          <p:nvPr>
            <p:ph type="body" idx="1" hasCustomPrompt="1"/>
          </p:nvPr>
        </p:nvSpPr>
        <p:spPr>
          <a:xfrm>
            <a:off x="1892300" y="1803399"/>
            <a:ext cx="6673850" cy="2781300"/>
          </a:xfrm>
          <a:prstGeom prst="rect">
            <a:avLst/>
          </a:prstGeom>
        </p:spPr>
        <p:txBody>
          <a:bodyPr lIns="0" tIns="0" rIns="0" bIns="0" numCol="2" spcCol="252000"/>
          <a:lstStyle>
            <a:lvl1pPr marL="171450" indent="-171450">
              <a:buFont typeface="System Font Regular"/>
              <a:buChar char="-"/>
              <a:defRPr sz="1000" b="0" i="0">
                <a:solidFill>
                  <a:srgbClr val="3C3C3B"/>
                </a:solidFill>
                <a:latin typeface="Arial"/>
                <a:cs typeface="Arial"/>
              </a:defRPr>
            </a:lvl1pPr>
            <a:lvl2pPr marL="628650" indent="-171450">
              <a:buFont typeface="System Font Regular"/>
              <a:buChar char="-"/>
              <a:defRPr sz="1000"/>
            </a:lvl2pPr>
          </a:lstStyle>
          <a:p>
            <a:r>
              <a:rPr lang="en-AU"/>
              <a:t>Click to add text</a:t>
            </a:r>
            <a:endParaRPr/>
          </a:p>
        </p:txBody>
      </p:sp>
    </p:spTree>
    <p:extLst>
      <p:ext uri="{BB962C8B-B14F-4D97-AF65-F5344CB8AC3E}">
        <p14:creationId xmlns:p14="http://schemas.microsoft.com/office/powerpoint/2010/main" val="25433641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 column, small body copy 10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736598"/>
            <a:ext cx="7988300" cy="738664"/>
          </a:xfrm>
        </p:spPr>
        <p:txBody>
          <a:bodyPr lIns="0" tIns="0" rIns="0" bIns="0"/>
          <a:lstStyle>
            <a:lvl1pPr>
              <a:defRPr sz="2400" b="0" i="0">
                <a:solidFill>
                  <a:srgbClr val="E64626"/>
                </a:solidFill>
                <a:latin typeface="Times" pitchFamily="2" charset="0"/>
                <a:cs typeface="Times New Roman"/>
              </a:defRPr>
            </a:lvl1pPr>
          </a:lstStyle>
          <a:p>
            <a:r>
              <a:rPr lang="en-US"/>
              <a:t>Title and 3 column text box</a:t>
            </a:r>
            <a:br>
              <a:rPr lang="en-US"/>
            </a:br>
            <a:r>
              <a:rPr lang="en-US"/>
              <a:t>Small body copy</a:t>
            </a:r>
            <a:endParaRPr/>
          </a:p>
        </p:txBody>
      </p:sp>
      <p:sp>
        <p:nvSpPr>
          <p:cNvPr id="7" name="Text Placeholder 2">
            <a:extLst>
              <a:ext uri="{FF2B5EF4-FFF2-40B4-BE49-F238E27FC236}">
                <a16:creationId xmlns:a16="http://schemas.microsoft.com/office/drawing/2014/main" id="{F691CD0B-A249-E00E-D26B-FCB09FEB6123}"/>
              </a:ext>
            </a:extLst>
          </p:cNvPr>
          <p:cNvSpPr>
            <a:spLocks noGrp="1"/>
          </p:cNvSpPr>
          <p:nvPr>
            <p:ph type="body" idx="1" hasCustomPrompt="1"/>
          </p:nvPr>
        </p:nvSpPr>
        <p:spPr>
          <a:xfrm>
            <a:off x="1892300" y="1803399"/>
            <a:ext cx="6673850" cy="2781300"/>
          </a:xfrm>
          <a:prstGeom prst="rect">
            <a:avLst/>
          </a:prstGeom>
        </p:spPr>
        <p:txBody>
          <a:bodyPr lIns="0" tIns="0" rIns="0" bIns="0" numCol="3" spcCol="252000"/>
          <a:lstStyle>
            <a:lvl1pPr marL="171450" indent="-171450">
              <a:buFont typeface="System Font Regular"/>
              <a:buChar char="-"/>
              <a:defRPr sz="1000" b="0" i="0">
                <a:solidFill>
                  <a:srgbClr val="3C3C3B"/>
                </a:solidFill>
                <a:latin typeface="Arial"/>
                <a:cs typeface="Arial"/>
              </a:defRPr>
            </a:lvl1pPr>
            <a:lvl2pPr marL="628650" indent="-171450">
              <a:buFont typeface="System Font Regular"/>
              <a:buChar char="-"/>
              <a:defRPr sz="1000"/>
            </a:lvl2pPr>
          </a:lstStyle>
          <a:p>
            <a:r>
              <a:rPr lang="en-AU"/>
              <a:t>Text Placeholder 2</a:t>
            </a:r>
            <a:endParaRPr/>
          </a:p>
        </p:txBody>
      </p:sp>
    </p:spTree>
    <p:extLst>
      <p:ext uri="{BB962C8B-B14F-4D97-AF65-F5344CB8AC3E}">
        <p14:creationId xmlns:p14="http://schemas.microsoft.com/office/powerpoint/2010/main" val="135737104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 column, medium body copy 13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736598"/>
            <a:ext cx="7988300" cy="738664"/>
          </a:xfrm>
        </p:spPr>
        <p:txBody>
          <a:bodyPr lIns="0" tIns="0" rIns="0" bIns="0"/>
          <a:lstStyle>
            <a:lvl1pPr>
              <a:defRPr sz="2400" b="0" i="0">
                <a:solidFill>
                  <a:srgbClr val="E64626"/>
                </a:solidFill>
                <a:latin typeface="Times" pitchFamily="2" charset="0"/>
                <a:cs typeface="Times New Roman"/>
              </a:defRPr>
            </a:lvl1pPr>
          </a:lstStyle>
          <a:p>
            <a:r>
              <a:rPr lang="en-US"/>
              <a:t>Title and 1 column text box</a:t>
            </a:r>
            <a:br>
              <a:rPr lang="en-US"/>
            </a:br>
            <a:r>
              <a:rPr lang="en-US"/>
              <a:t>Medium body copy</a:t>
            </a:r>
            <a:endParaRPr/>
          </a:p>
        </p:txBody>
      </p:sp>
      <p:sp>
        <p:nvSpPr>
          <p:cNvPr id="6" name="Text Placeholder 2">
            <a:extLst>
              <a:ext uri="{FF2B5EF4-FFF2-40B4-BE49-F238E27FC236}">
                <a16:creationId xmlns:a16="http://schemas.microsoft.com/office/drawing/2014/main" id="{2025C77E-CD2E-BA7A-975E-54EF9CC46D9B}"/>
              </a:ext>
            </a:extLst>
          </p:cNvPr>
          <p:cNvSpPr>
            <a:spLocks noGrp="1"/>
          </p:cNvSpPr>
          <p:nvPr>
            <p:ph type="body" sz="quarter" idx="10"/>
          </p:nvPr>
        </p:nvSpPr>
        <p:spPr>
          <a:xfrm>
            <a:off x="1881188" y="1809750"/>
            <a:ext cx="6684962" cy="2755900"/>
          </a:xfr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6294270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 column, medium body copy 13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736598"/>
            <a:ext cx="7988300" cy="738664"/>
          </a:xfrm>
        </p:spPr>
        <p:txBody>
          <a:bodyPr lIns="0" tIns="0" rIns="0" bIns="0"/>
          <a:lstStyle>
            <a:lvl1pPr>
              <a:defRPr sz="2400" b="0" i="0">
                <a:solidFill>
                  <a:srgbClr val="E64626"/>
                </a:solidFill>
                <a:latin typeface="Times" pitchFamily="2" charset="0"/>
                <a:cs typeface="Times New Roman"/>
              </a:defRPr>
            </a:lvl1pPr>
          </a:lstStyle>
          <a:p>
            <a:r>
              <a:rPr lang="en-US"/>
              <a:t>Title and 2 column text box</a:t>
            </a:r>
            <a:br>
              <a:rPr lang="en-US"/>
            </a:br>
            <a:r>
              <a:rPr lang="en-US"/>
              <a:t>Medium body copy</a:t>
            </a:r>
            <a:endParaRPr/>
          </a:p>
        </p:txBody>
      </p:sp>
      <p:sp>
        <p:nvSpPr>
          <p:cNvPr id="4" name="Text Placeholder 2">
            <a:extLst>
              <a:ext uri="{FF2B5EF4-FFF2-40B4-BE49-F238E27FC236}">
                <a16:creationId xmlns:a16="http://schemas.microsoft.com/office/drawing/2014/main" id="{5AE129D5-BC83-5BC6-7696-A62ABBA7068D}"/>
              </a:ext>
            </a:extLst>
          </p:cNvPr>
          <p:cNvSpPr>
            <a:spLocks noGrp="1"/>
          </p:cNvSpPr>
          <p:nvPr>
            <p:ph type="body" sz="quarter" idx="10"/>
          </p:nvPr>
        </p:nvSpPr>
        <p:spPr>
          <a:xfrm>
            <a:off x="1881188" y="1809750"/>
            <a:ext cx="3224212" cy="2755900"/>
          </a:xfr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3">
            <a:extLst>
              <a:ext uri="{FF2B5EF4-FFF2-40B4-BE49-F238E27FC236}">
                <a16:creationId xmlns:a16="http://schemas.microsoft.com/office/drawing/2014/main" id="{AEE874E2-82AB-542D-E56B-2FB8466A88DC}"/>
              </a:ext>
            </a:extLst>
          </p:cNvPr>
          <p:cNvSpPr>
            <a:spLocks noGrp="1"/>
          </p:cNvSpPr>
          <p:nvPr>
            <p:ph type="body" sz="quarter" idx="11"/>
          </p:nvPr>
        </p:nvSpPr>
        <p:spPr>
          <a:xfrm>
            <a:off x="5330969" y="1809750"/>
            <a:ext cx="3224212" cy="2755900"/>
          </a:xfr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2179344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 column, medium body copy 13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736598"/>
            <a:ext cx="7988300" cy="738664"/>
          </a:xfrm>
        </p:spPr>
        <p:txBody>
          <a:bodyPr lIns="0" tIns="0" rIns="0" bIns="0"/>
          <a:lstStyle>
            <a:lvl1pPr>
              <a:defRPr sz="2400" b="0" i="0">
                <a:solidFill>
                  <a:srgbClr val="E64626"/>
                </a:solidFill>
                <a:latin typeface="Times" pitchFamily="2" charset="0"/>
                <a:cs typeface="Times New Roman"/>
              </a:defRPr>
            </a:lvl1pPr>
          </a:lstStyle>
          <a:p>
            <a:r>
              <a:rPr lang="en-US"/>
              <a:t>Title and 3 column text box</a:t>
            </a:r>
            <a:br>
              <a:rPr lang="en-US"/>
            </a:br>
            <a:r>
              <a:rPr lang="en-US"/>
              <a:t>Medium body copy</a:t>
            </a:r>
            <a:endParaRPr/>
          </a:p>
        </p:txBody>
      </p:sp>
      <p:sp>
        <p:nvSpPr>
          <p:cNvPr id="4" name="Text Placeholder 2">
            <a:extLst>
              <a:ext uri="{FF2B5EF4-FFF2-40B4-BE49-F238E27FC236}">
                <a16:creationId xmlns:a16="http://schemas.microsoft.com/office/drawing/2014/main" id="{A89C3E4A-3CEE-6A06-BFB0-526F77478D2D}"/>
              </a:ext>
            </a:extLst>
          </p:cNvPr>
          <p:cNvSpPr>
            <a:spLocks noGrp="1"/>
          </p:cNvSpPr>
          <p:nvPr>
            <p:ph type="body" sz="quarter" idx="10"/>
          </p:nvPr>
        </p:nvSpPr>
        <p:spPr>
          <a:xfrm>
            <a:off x="1881188" y="1814829"/>
            <a:ext cx="1954832" cy="2755900"/>
          </a:xfr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a:t>Click to edit Master text styles</a:t>
            </a:r>
          </a:p>
          <a:p>
            <a:pPr lvl="1"/>
            <a:r>
              <a:rPr lang="en-GB"/>
              <a:t>Second level</a:t>
            </a:r>
          </a:p>
          <a:p>
            <a:pPr lvl="2"/>
            <a:r>
              <a:rPr lang="en-GB"/>
              <a:t>Third level</a:t>
            </a:r>
            <a:endParaRPr lang="en-US"/>
          </a:p>
        </p:txBody>
      </p:sp>
      <p:sp>
        <p:nvSpPr>
          <p:cNvPr id="5" name="Text Placeholder 3">
            <a:extLst>
              <a:ext uri="{FF2B5EF4-FFF2-40B4-BE49-F238E27FC236}">
                <a16:creationId xmlns:a16="http://schemas.microsoft.com/office/drawing/2014/main" id="{1DFC8A7E-2401-E620-E338-5D28D2506876}"/>
              </a:ext>
            </a:extLst>
          </p:cNvPr>
          <p:cNvSpPr>
            <a:spLocks noGrp="1"/>
          </p:cNvSpPr>
          <p:nvPr>
            <p:ph type="body" sz="quarter" idx="14"/>
          </p:nvPr>
        </p:nvSpPr>
        <p:spPr>
          <a:xfrm>
            <a:off x="4250315" y="1814829"/>
            <a:ext cx="1954832" cy="2755900"/>
          </a:xfr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a:t>Click to edit Master text styles</a:t>
            </a:r>
          </a:p>
          <a:p>
            <a:pPr lvl="1"/>
            <a:r>
              <a:rPr lang="en-GB"/>
              <a:t>Second level</a:t>
            </a:r>
          </a:p>
          <a:p>
            <a:pPr lvl="2"/>
            <a:r>
              <a:rPr lang="en-GB"/>
              <a:t>Third level</a:t>
            </a:r>
            <a:endParaRPr lang="en-US"/>
          </a:p>
        </p:txBody>
      </p:sp>
      <p:sp>
        <p:nvSpPr>
          <p:cNvPr id="6" name="Text Placeholder 4">
            <a:extLst>
              <a:ext uri="{FF2B5EF4-FFF2-40B4-BE49-F238E27FC236}">
                <a16:creationId xmlns:a16="http://schemas.microsoft.com/office/drawing/2014/main" id="{E104634B-900F-6E88-EAFF-FBF5C77F1AED}"/>
              </a:ext>
            </a:extLst>
          </p:cNvPr>
          <p:cNvSpPr>
            <a:spLocks noGrp="1"/>
          </p:cNvSpPr>
          <p:nvPr>
            <p:ph type="body" sz="quarter" idx="15"/>
          </p:nvPr>
        </p:nvSpPr>
        <p:spPr>
          <a:xfrm>
            <a:off x="6544627" y="1814829"/>
            <a:ext cx="1954832" cy="2755900"/>
          </a:xfr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a:t>Click to edit Master text styles</a:t>
            </a:r>
          </a:p>
          <a:p>
            <a:pPr lvl="1"/>
            <a:r>
              <a:rPr lang="en-GB"/>
              <a:t>Second level</a:t>
            </a:r>
          </a:p>
          <a:p>
            <a:pPr lvl="2"/>
            <a:r>
              <a:rPr lang="en-GB"/>
              <a:t>Third level</a:t>
            </a:r>
            <a:endParaRPr lang="en-US"/>
          </a:p>
        </p:txBody>
      </p:sp>
    </p:spTree>
    <p:extLst>
      <p:ext uri="{BB962C8B-B14F-4D97-AF65-F5344CB8AC3E}">
        <p14:creationId xmlns:p14="http://schemas.microsoft.com/office/powerpoint/2010/main" val="160924002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 column, large body copy 18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736598"/>
            <a:ext cx="7988300" cy="738664"/>
          </a:xfrm>
        </p:spPr>
        <p:txBody>
          <a:bodyPr lIns="0" tIns="0" rIns="0" bIns="0"/>
          <a:lstStyle>
            <a:lvl1pPr>
              <a:defRPr sz="2400" b="0" i="0">
                <a:solidFill>
                  <a:srgbClr val="E64626"/>
                </a:solidFill>
                <a:latin typeface="Times" pitchFamily="2" charset="0"/>
                <a:cs typeface="Times New Roman"/>
              </a:defRPr>
            </a:lvl1pPr>
          </a:lstStyle>
          <a:p>
            <a:r>
              <a:rPr lang="en-US"/>
              <a:t>Title and 1 column text box</a:t>
            </a:r>
            <a:br>
              <a:rPr lang="en-US"/>
            </a:br>
            <a:r>
              <a:rPr lang="en-US"/>
              <a:t>Large body copy</a:t>
            </a:r>
            <a:endParaRPr/>
          </a:p>
        </p:txBody>
      </p:sp>
      <p:sp>
        <p:nvSpPr>
          <p:cNvPr id="6" name="Text Placeholder 2">
            <a:extLst>
              <a:ext uri="{FF2B5EF4-FFF2-40B4-BE49-F238E27FC236}">
                <a16:creationId xmlns:a16="http://schemas.microsoft.com/office/drawing/2014/main" id="{2025C77E-CD2E-BA7A-975E-54EF9CC46D9B}"/>
              </a:ext>
            </a:extLst>
          </p:cNvPr>
          <p:cNvSpPr>
            <a:spLocks noGrp="1"/>
          </p:cNvSpPr>
          <p:nvPr>
            <p:ph type="body" sz="quarter" idx="10"/>
          </p:nvPr>
        </p:nvSpPr>
        <p:spPr>
          <a:xfrm>
            <a:off x="1881188" y="1809750"/>
            <a:ext cx="6684962" cy="2755900"/>
          </a:xfrm>
        </p:spPr>
        <p:txBody>
          <a:bodyPr/>
          <a:lstStyle>
            <a:lvl1pPr marL="171450" indent="-171450">
              <a:buClr>
                <a:schemeClr val="tx1"/>
              </a:buClr>
              <a:buFont typeface="System Font Regular"/>
              <a:buChar char="-"/>
              <a:defRPr sz="1800">
                <a:latin typeface="+mn-lt"/>
              </a:defRPr>
            </a:lvl1pPr>
            <a:lvl2pPr marL="628650" indent="-171450">
              <a:buClr>
                <a:schemeClr val="tx1"/>
              </a:buClr>
              <a:buFont typeface="System Font Regular"/>
              <a:buChar char="-"/>
              <a:defRPr sz="1800">
                <a:latin typeface="+mn-lt"/>
              </a:defRPr>
            </a:lvl2pPr>
            <a:lvl3pPr marL="1085850" indent="-171450">
              <a:buClr>
                <a:schemeClr val="tx1"/>
              </a:buClr>
              <a:buFont typeface="System Font Regular"/>
              <a:buChar char="-"/>
              <a:defRPr sz="1800">
                <a:latin typeface="+mn-lt"/>
              </a:defRPr>
            </a:lvl3pPr>
            <a:lvl4pPr marL="1543050" indent="-171450">
              <a:buClr>
                <a:schemeClr val="tx1"/>
              </a:buClr>
              <a:buFont typeface="System Font Regular"/>
              <a:buChar char="-"/>
              <a:defRPr sz="1800">
                <a:latin typeface="+mn-lt"/>
              </a:defRPr>
            </a:lvl4pPr>
            <a:lvl5pPr marL="2000250" indent="-171450">
              <a:buClr>
                <a:schemeClr val="tx1"/>
              </a:buClr>
              <a:buFont typeface="System Font Regular"/>
              <a:buChar char="-"/>
              <a:defRPr sz="1800">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8990093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1 objec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577850"/>
            <a:ext cx="7988300" cy="369332"/>
          </a:xfrm>
        </p:spPr>
        <p:txBody>
          <a:bodyPr lIns="0" tIns="0" rIns="0" bIns="0"/>
          <a:lstStyle>
            <a:lvl1pPr>
              <a:defRPr sz="2400" b="0" i="0">
                <a:solidFill>
                  <a:srgbClr val="E64626"/>
                </a:solidFill>
                <a:latin typeface="Times" pitchFamily="2" charset="0"/>
                <a:cs typeface="Times New Roman"/>
              </a:defRPr>
            </a:lvl1pPr>
          </a:lstStyle>
          <a:p>
            <a:r>
              <a:rPr lang="en-AU"/>
              <a:t>Title and 1 object</a:t>
            </a:r>
            <a:endParaRPr/>
          </a:p>
        </p:txBody>
      </p:sp>
      <p:sp>
        <p:nvSpPr>
          <p:cNvPr id="5" name="Text Placeholder 2">
            <a:extLst>
              <a:ext uri="{FF2B5EF4-FFF2-40B4-BE49-F238E27FC236}">
                <a16:creationId xmlns:a16="http://schemas.microsoft.com/office/drawing/2014/main" id="{87CDED4A-4823-EF24-3881-13F93D526601}"/>
              </a:ext>
            </a:extLst>
          </p:cNvPr>
          <p:cNvSpPr>
            <a:spLocks noGrp="1"/>
          </p:cNvSpPr>
          <p:nvPr>
            <p:ph sz="half" idx="2" hasCustomPrompt="1"/>
          </p:nvPr>
        </p:nvSpPr>
        <p:spPr>
          <a:xfrm>
            <a:off x="1881188" y="1802292"/>
            <a:ext cx="6684962" cy="2763358"/>
          </a:xfrm>
          <a:prstGeom prst="rect">
            <a:avLst/>
          </a:prstGeom>
          <a:noFill/>
        </p:spPr>
        <p:txBody>
          <a:bodyPr wrap="square" lIns="0" tIns="0" rIns="0" bIns="0">
            <a:noAutofit/>
          </a:bodyPr>
          <a:lstStyle>
            <a:lvl1pPr marL="0" indent="0">
              <a:buFont typeface="System Font Regular"/>
              <a:buNone/>
              <a:defRPr sz="1000"/>
            </a:lvl1pPr>
            <a:lvl2pPr>
              <a:defRPr sz="1000"/>
            </a:lvl2pPr>
          </a:lstStyle>
          <a:p>
            <a:pPr marL="171450" marR="0" lvl="0" indent="-171450" defTabSz="914400" eaLnBrk="1" fontAlgn="auto" latinLnBrk="0" hangingPunct="1">
              <a:lnSpc>
                <a:spcPct val="100000"/>
              </a:lnSpc>
              <a:spcBef>
                <a:spcPts val="0"/>
              </a:spcBef>
              <a:spcAft>
                <a:spcPts val="0"/>
              </a:spcAft>
              <a:buClr>
                <a:schemeClr val="tx2"/>
              </a:buClr>
              <a:buSzTx/>
              <a:buFont typeface="System Font Regular"/>
              <a:buChar char="-"/>
              <a:tabLst/>
              <a:defRPr/>
            </a:pPr>
            <a:r>
              <a:rPr lang="en-AU"/>
              <a:t>Click to add text or click on icon </a:t>
            </a:r>
            <a:br>
              <a:rPr lang="en-AU"/>
            </a:br>
            <a:r>
              <a:rPr lang="en-AU"/>
              <a:t>below to add object’</a:t>
            </a:r>
          </a:p>
        </p:txBody>
      </p:sp>
      <p:sp>
        <p:nvSpPr>
          <p:cNvPr id="3" name="object 4">
            <a:extLst>
              <a:ext uri="{FF2B5EF4-FFF2-40B4-BE49-F238E27FC236}">
                <a16:creationId xmlns:a16="http://schemas.microsoft.com/office/drawing/2014/main" id="{072B83BE-F949-7430-0580-E28A8377541C}"/>
              </a:ext>
            </a:extLst>
          </p:cNvPr>
          <p:cNvSpPr txBox="1"/>
          <p:nvPr userDrawn="1"/>
        </p:nvSpPr>
        <p:spPr>
          <a:xfrm>
            <a:off x="568325" y="4725643"/>
            <a:ext cx="942975" cy="118110"/>
          </a:xfrm>
          <a:prstGeom prst="rect">
            <a:avLst/>
          </a:prstGeom>
        </p:spPr>
        <p:txBody>
          <a:bodyPr vert="horz" wrap="square" lIns="0" tIns="4445" rIns="0" bIns="0" rtlCol="0">
            <a:spAutoFit/>
          </a:bodyPr>
          <a:lstStyle/>
          <a:p>
            <a:pPr marL="12700">
              <a:lnSpc>
                <a:spcPct val="100000"/>
              </a:lnSpc>
              <a:spcBef>
                <a:spcPts val="35"/>
              </a:spcBef>
            </a:pPr>
            <a:r>
              <a:rPr sz="650">
                <a:solidFill>
                  <a:srgbClr val="3C3C3B"/>
                </a:solidFill>
                <a:latin typeface="Arial"/>
                <a:cs typeface="Arial"/>
              </a:rPr>
              <a:t>The</a:t>
            </a:r>
            <a:r>
              <a:rPr sz="650" spc="15">
                <a:solidFill>
                  <a:srgbClr val="3C3C3B"/>
                </a:solidFill>
                <a:latin typeface="Arial"/>
                <a:cs typeface="Arial"/>
              </a:rPr>
              <a:t> </a:t>
            </a:r>
            <a:r>
              <a:rPr sz="650" spc="-10">
                <a:solidFill>
                  <a:srgbClr val="3C3C3B"/>
                </a:solidFill>
                <a:latin typeface="Arial"/>
                <a:cs typeface="Arial"/>
              </a:rPr>
              <a:t>University</a:t>
            </a:r>
            <a:r>
              <a:rPr sz="650" spc="10">
                <a:solidFill>
                  <a:srgbClr val="3C3C3B"/>
                </a:solidFill>
                <a:latin typeface="Arial"/>
                <a:cs typeface="Arial"/>
              </a:rPr>
              <a:t> </a:t>
            </a:r>
            <a:r>
              <a:rPr sz="650">
                <a:solidFill>
                  <a:srgbClr val="3C3C3B"/>
                </a:solidFill>
                <a:latin typeface="Arial"/>
                <a:cs typeface="Arial"/>
              </a:rPr>
              <a:t>of</a:t>
            </a:r>
            <a:r>
              <a:rPr sz="650" spc="15">
                <a:solidFill>
                  <a:srgbClr val="3C3C3B"/>
                </a:solidFill>
                <a:latin typeface="Arial"/>
                <a:cs typeface="Arial"/>
              </a:rPr>
              <a:t> </a:t>
            </a:r>
            <a:r>
              <a:rPr sz="650" spc="-10">
                <a:solidFill>
                  <a:srgbClr val="3C3C3B"/>
                </a:solidFill>
                <a:latin typeface="Arial"/>
                <a:cs typeface="Arial"/>
              </a:rPr>
              <a:t>Sydney</a:t>
            </a:r>
            <a:endParaRPr sz="650">
              <a:latin typeface="Arial"/>
              <a:cs typeface="Arial"/>
            </a:endParaRPr>
          </a:p>
        </p:txBody>
      </p:sp>
    </p:spTree>
    <p:extLst>
      <p:ext uri="{BB962C8B-B14F-4D97-AF65-F5344CB8AC3E}">
        <p14:creationId xmlns:p14="http://schemas.microsoft.com/office/powerpoint/2010/main" val="7087048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2 objec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577850"/>
            <a:ext cx="7988300" cy="369332"/>
          </a:xfrm>
        </p:spPr>
        <p:txBody>
          <a:bodyPr lIns="0" tIns="0" rIns="0" bIns="0"/>
          <a:lstStyle>
            <a:lvl1pPr>
              <a:defRPr sz="2400" b="0" i="0">
                <a:solidFill>
                  <a:srgbClr val="E64626"/>
                </a:solidFill>
                <a:latin typeface="Times" pitchFamily="2" charset="0"/>
                <a:cs typeface="Times New Roman"/>
              </a:defRPr>
            </a:lvl1pPr>
          </a:lstStyle>
          <a:p>
            <a:r>
              <a:rPr lang="en-AU"/>
              <a:t>Title and 2 objects</a:t>
            </a:r>
            <a:endParaRPr/>
          </a:p>
        </p:txBody>
      </p:sp>
      <p:sp>
        <p:nvSpPr>
          <p:cNvPr id="3" name="Text Placeholder 2"/>
          <p:cNvSpPr>
            <a:spLocks noGrp="1"/>
          </p:cNvSpPr>
          <p:nvPr>
            <p:ph sz="half" idx="2" hasCustomPrompt="1"/>
          </p:nvPr>
        </p:nvSpPr>
        <p:spPr>
          <a:xfrm>
            <a:off x="1881188" y="1802292"/>
            <a:ext cx="3148012" cy="2763358"/>
          </a:xfrm>
          <a:prstGeom prst="rect">
            <a:avLst/>
          </a:prstGeom>
          <a:noFill/>
        </p:spPr>
        <p:txBody>
          <a:bodyPr wrap="square" lIns="0" tIns="0" rIns="0" bIns="0">
            <a:noAutofit/>
          </a:bodyPr>
          <a:lstStyle>
            <a:lvl1pPr marL="0" indent="0">
              <a:buFont typeface="System Font Regular"/>
              <a:buNone/>
              <a:defRPr sz="1000"/>
            </a:lvl1pPr>
            <a:lvl2pPr>
              <a:defRPr sz="1000"/>
            </a:lvl2pPr>
          </a:lstStyle>
          <a:p>
            <a:pPr marL="171450" marR="0" lvl="0" indent="-171450" defTabSz="914400" eaLnBrk="1" fontAlgn="auto" latinLnBrk="0" hangingPunct="1">
              <a:lnSpc>
                <a:spcPct val="100000"/>
              </a:lnSpc>
              <a:spcBef>
                <a:spcPts val="0"/>
              </a:spcBef>
              <a:spcAft>
                <a:spcPts val="0"/>
              </a:spcAft>
              <a:buClr>
                <a:schemeClr val="tx2"/>
              </a:buClr>
              <a:buSzTx/>
              <a:buFont typeface="System Font Regular"/>
              <a:buChar char="-"/>
              <a:tabLst/>
              <a:defRPr/>
            </a:pPr>
            <a:r>
              <a:rPr lang="en-AU"/>
              <a:t>Click to add text or click on icon </a:t>
            </a:r>
            <a:br>
              <a:rPr lang="en-AU"/>
            </a:br>
            <a:r>
              <a:rPr lang="en-AU"/>
              <a:t>below to add object</a:t>
            </a:r>
          </a:p>
        </p:txBody>
      </p:sp>
      <p:sp>
        <p:nvSpPr>
          <p:cNvPr id="6" name="Text Placeholder 3">
            <a:extLst>
              <a:ext uri="{FF2B5EF4-FFF2-40B4-BE49-F238E27FC236}">
                <a16:creationId xmlns:a16="http://schemas.microsoft.com/office/drawing/2014/main" id="{BCF546AC-A09B-3B79-BF41-C9B5E391B8D5}"/>
              </a:ext>
            </a:extLst>
          </p:cNvPr>
          <p:cNvSpPr>
            <a:spLocks noGrp="1"/>
          </p:cNvSpPr>
          <p:nvPr>
            <p:ph sz="half" idx="11" hasCustomPrompt="1"/>
          </p:nvPr>
        </p:nvSpPr>
        <p:spPr>
          <a:xfrm>
            <a:off x="5418138" y="1802292"/>
            <a:ext cx="3148012" cy="2763358"/>
          </a:xfrm>
          <a:prstGeom prst="rect">
            <a:avLst/>
          </a:prstGeom>
          <a:noFill/>
        </p:spPr>
        <p:txBody>
          <a:bodyPr wrap="square" lIns="0" tIns="0" rIns="0" bIns="0">
            <a:noAutofit/>
          </a:bodyPr>
          <a:lstStyle>
            <a:lvl1pPr marL="0" indent="0">
              <a:buFont typeface="System Font Regular"/>
              <a:buNone/>
              <a:defRPr sz="1000"/>
            </a:lvl1pPr>
            <a:lvl2pPr>
              <a:defRPr sz="1000"/>
            </a:lvl2pPr>
          </a:lstStyle>
          <a:p>
            <a:pPr marL="171450" marR="0" lvl="0" indent="-171450" defTabSz="914400" eaLnBrk="1" fontAlgn="auto" latinLnBrk="0" hangingPunct="1">
              <a:lnSpc>
                <a:spcPct val="100000"/>
              </a:lnSpc>
              <a:spcBef>
                <a:spcPts val="0"/>
              </a:spcBef>
              <a:spcAft>
                <a:spcPts val="0"/>
              </a:spcAft>
              <a:buClr>
                <a:schemeClr val="tx2"/>
              </a:buClr>
              <a:buSzTx/>
              <a:buFont typeface="System Font Regular"/>
              <a:buChar char="-"/>
              <a:tabLst/>
              <a:defRPr/>
            </a:pPr>
            <a:r>
              <a:rPr lang="en-AU"/>
              <a:t>Click to add text or click on icon </a:t>
            </a:r>
            <a:br>
              <a:rPr lang="en-AU"/>
            </a:br>
            <a:r>
              <a:rPr lang="en-AU"/>
              <a:t>below to add object</a:t>
            </a:r>
          </a:p>
        </p:txBody>
      </p:sp>
      <p:sp>
        <p:nvSpPr>
          <p:cNvPr id="4" name="object 4">
            <a:extLst>
              <a:ext uri="{FF2B5EF4-FFF2-40B4-BE49-F238E27FC236}">
                <a16:creationId xmlns:a16="http://schemas.microsoft.com/office/drawing/2014/main" id="{593909B7-37E7-FB1F-A3FB-7C585D474988}"/>
              </a:ext>
            </a:extLst>
          </p:cNvPr>
          <p:cNvSpPr txBox="1"/>
          <p:nvPr userDrawn="1"/>
        </p:nvSpPr>
        <p:spPr>
          <a:xfrm>
            <a:off x="568325" y="4725643"/>
            <a:ext cx="942975" cy="118110"/>
          </a:xfrm>
          <a:prstGeom prst="rect">
            <a:avLst/>
          </a:prstGeom>
        </p:spPr>
        <p:txBody>
          <a:bodyPr vert="horz" wrap="square" lIns="0" tIns="4445" rIns="0" bIns="0" rtlCol="0">
            <a:spAutoFit/>
          </a:bodyPr>
          <a:lstStyle/>
          <a:p>
            <a:pPr marL="12700">
              <a:lnSpc>
                <a:spcPct val="100000"/>
              </a:lnSpc>
              <a:spcBef>
                <a:spcPts val="35"/>
              </a:spcBef>
            </a:pPr>
            <a:r>
              <a:rPr sz="650">
                <a:solidFill>
                  <a:srgbClr val="3C3C3B"/>
                </a:solidFill>
                <a:latin typeface="Arial"/>
                <a:cs typeface="Arial"/>
              </a:rPr>
              <a:t>The</a:t>
            </a:r>
            <a:r>
              <a:rPr sz="650" spc="15">
                <a:solidFill>
                  <a:srgbClr val="3C3C3B"/>
                </a:solidFill>
                <a:latin typeface="Arial"/>
                <a:cs typeface="Arial"/>
              </a:rPr>
              <a:t> </a:t>
            </a:r>
            <a:r>
              <a:rPr sz="650" spc="-10">
                <a:solidFill>
                  <a:srgbClr val="3C3C3B"/>
                </a:solidFill>
                <a:latin typeface="Arial"/>
                <a:cs typeface="Arial"/>
              </a:rPr>
              <a:t>University</a:t>
            </a:r>
            <a:r>
              <a:rPr sz="650" spc="10">
                <a:solidFill>
                  <a:srgbClr val="3C3C3B"/>
                </a:solidFill>
                <a:latin typeface="Arial"/>
                <a:cs typeface="Arial"/>
              </a:rPr>
              <a:t> </a:t>
            </a:r>
            <a:r>
              <a:rPr sz="650">
                <a:solidFill>
                  <a:srgbClr val="3C3C3B"/>
                </a:solidFill>
                <a:latin typeface="Arial"/>
                <a:cs typeface="Arial"/>
              </a:rPr>
              <a:t>of</a:t>
            </a:r>
            <a:r>
              <a:rPr sz="650" spc="15">
                <a:solidFill>
                  <a:srgbClr val="3C3C3B"/>
                </a:solidFill>
                <a:latin typeface="Arial"/>
                <a:cs typeface="Arial"/>
              </a:rPr>
              <a:t> </a:t>
            </a:r>
            <a:r>
              <a:rPr sz="650" spc="-10">
                <a:solidFill>
                  <a:srgbClr val="3C3C3B"/>
                </a:solidFill>
                <a:latin typeface="Arial"/>
                <a:cs typeface="Arial"/>
              </a:rPr>
              <a:t>Sydney</a:t>
            </a:r>
            <a:endParaRPr sz="650">
              <a:latin typeface="Arial"/>
              <a:cs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 column + image, small body copy 10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573331"/>
            <a:ext cx="5670550" cy="738664"/>
          </a:xfrm>
        </p:spPr>
        <p:txBody>
          <a:bodyPr lIns="0" tIns="0" rIns="0" bIns="0"/>
          <a:lstStyle>
            <a:lvl1pPr>
              <a:defRPr sz="2400" b="0" i="0">
                <a:solidFill>
                  <a:srgbClr val="E64626"/>
                </a:solidFill>
                <a:latin typeface="Times" pitchFamily="2" charset="0"/>
                <a:cs typeface="Times New Roman"/>
              </a:defRPr>
            </a:lvl1pPr>
          </a:lstStyle>
          <a:p>
            <a:r>
              <a:rPr lang="en-US"/>
              <a:t>Title, text box and image</a:t>
            </a:r>
            <a:br>
              <a:rPr lang="en-US"/>
            </a:br>
            <a:r>
              <a:rPr lang="en-US"/>
              <a:t>Small body copy</a:t>
            </a:r>
            <a:endParaRPr/>
          </a:p>
        </p:txBody>
      </p:sp>
      <p:sp>
        <p:nvSpPr>
          <p:cNvPr id="6" name="Text Placeholder 2">
            <a:extLst>
              <a:ext uri="{FF2B5EF4-FFF2-40B4-BE49-F238E27FC236}">
                <a16:creationId xmlns:a16="http://schemas.microsoft.com/office/drawing/2014/main" id="{B0FAA322-1959-4F66-2CF0-5AB1E42AA9C6}"/>
              </a:ext>
            </a:extLst>
          </p:cNvPr>
          <p:cNvSpPr>
            <a:spLocks noGrp="1"/>
          </p:cNvSpPr>
          <p:nvPr>
            <p:ph type="body" idx="1" hasCustomPrompt="1"/>
          </p:nvPr>
        </p:nvSpPr>
        <p:spPr>
          <a:xfrm>
            <a:off x="1892300" y="1803399"/>
            <a:ext cx="4356100" cy="2781300"/>
          </a:xfrm>
          <a:prstGeom prst="rect">
            <a:avLst/>
          </a:prstGeom>
        </p:spPr>
        <p:txBody>
          <a:bodyPr lIns="0" tIns="0" rIns="0" bIns="0"/>
          <a:lstStyle>
            <a:lvl1pPr marL="171450" indent="-171450">
              <a:buFont typeface="System Font Regular"/>
              <a:buChar char="-"/>
              <a:defRPr sz="1000" b="0" i="0">
                <a:solidFill>
                  <a:srgbClr val="3C3C3B"/>
                </a:solidFill>
                <a:latin typeface="Arial"/>
                <a:cs typeface="Arial"/>
              </a:defRPr>
            </a:lvl1pPr>
            <a:lvl2pPr>
              <a:buFont typeface="System Font Regular"/>
              <a:buChar char="-"/>
              <a:defRPr sz="1000"/>
            </a:lvl2pPr>
          </a:lstStyle>
          <a:p>
            <a:r>
              <a:rPr lang="en-AU"/>
              <a:t>Click to add text</a:t>
            </a:r>
          </a:p>
        </p:txBody>
      </p:sp>
      <p:sp>
        <p:nvSpPr>
          <p:cNvPr id="7" name="Picture Placeholder 3">
            <a:extLst>
              <a:ext uri="{FF2B5EF4-FFF2-40B4-BE49-F238E27FC236}">
                <a16:creationId xmlns:a16="http://schemas.microsoft.com/office/drawing/2014/main" id="{130F62FA-786C-07E8-C52D-1D109342ADA0}"/>
              </a:ext>
            </a:extLst>
          </p:cNvPr>
          <p:cNvSpPr>
            <a:spLocks noGrp="1"/>
          </p:cNvSpPr>
          <p:nvPr>
            <p:ph type="pic" sz="quarter" idx="10" hasCustomPrompt="1"/>
          </p:nvPr>
        </p:nvSpPr>
        <p:spPr>
          <a:xfrm>
            <a:off x="6495810" y="0"/>
            <a:ext cx="2648190" cy="5143500"/>
          </a:xfrm>
          <a:solidFill>
            <a:schemeClr val="bg1">
              <a:lumMod val="95000"/>
            </a:schemeClr>
          </a:solidFill>
        </p:spPr>
        <p:txBody>
          <a:bodyPr anchor="ctr" anchorCtr="0"/>
          <a:lstStyle>
            <a:lvl1pPr marL="0" indent="0" algn="ctr">
              <a:buNone/>
              <a:defRPr/>
            </a:lvl1pPr>
          </a:lstStyle>
          <a:p>
            <a:r>
              <a:rPr lang="en-US"/>
              <a:t>Click to add image</a:t>
            </a:r>
          </a:p>
        </p:txBody>
      </p:sp>
    </p:spTree>
    <p:extLst>
      <p:ext uri="{BB962C8B-B14F-4D97-AF65-F5344CB8AC3E}">
        <p14:creationId xmlns:p14="http://schemas.microsoft.com/office/powerpoint/2010/main" val="1981248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 column + image, medium body copy 10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581080"/>
            <a:ext cx="5670550" cy="738664"/>
          </a:xfrm>
        </p:spPr>
        <p:txBody>
          <a:bodyPr lIns="0" tIns="0" rIns="0" bIns="0"/>
          <a:lstStyle>
            <a:lvl1pPr>
              <a:defRPr sz="2400" b="0" i="0">
                <a:solidFill>
                  <a:srgbClr val="E64626"/>
                </a:solidFill>
                <a:latin typeface="Times" pitchFamily="2" charset="0"/>
                <a:cs typeface="Times New Roman"/>
              </a:defRPr>
            </a:lvl1pPr>
          </a:lstStyle>
          <a:p>
            <a:r>
              <a:rPr lang="en-US"/>
              <a:t>Title, text box and image</a:t>
            </a:r>
            <a:br>
              <a:rPr lang="en-US"/>
            </a:br>
            <a:r>
              <a:rPr lang="en-US"/>
              <a:t>Medium body copy</a:t>
            </a:r>
            <a:endParaRPr/>
          </a:p>
        </p:txBody>
      </p:sp>
      <p:sp>
        <p:nvSpPr>
          <p:cNvPr id="6" name="Text Placeholder 2">
            <a:extLst>
              <a:ext uri="{FF2B5EF4-FFF2-40B4-BE49-F238E27FC236}">
                <a16:creationId xmlns:a16="http://schemas.microsoft.com/office/drawing/2014/main" id="{B0FAA322-1959-4F66-2CF0-5AB1E42AA9C6}"/>
              </a:ext>
            </a:extLst>
          </p:cNvPr>
          <p:cNvSpPr>
            <a:spLocks noGrp="1"/>
          </p:cNvSpPr>
          <p:nvPr>
            <p:ph type="body" idx="1" hasCustomPrompt="1"/>
          </p:nvPr>
        </p:nvSpPr>
        <p:spPr>
          <a:xfrm>
            <a:off x="1892300" y="1803399"/>
            <a:ext cx="4356100" cy="2781300"/>
          </a:xfrm>
          <a:prstGeom prst="rect">
            <a:avLst/>
          </a:prstGeom>
        </p:spPr>
        <p:txBody>
          <a:bodyPr lIns="0" tIns="0" rIns="0" bIns="0"/>
          <a:lstStyle>
            <a:lvl1pPr marL="171450" indent="-171450">
              <a:buFont typeface="System Font Regular"/>
              <a:buChar char="-"/>
              <a:defRPr sz="1300" b="0" i="0">
                <a:solidFill>
                  <a:srgbClr val="3C3C3B"/>
                </a:solidFill>
                <a:latin typeface="Arial"/>
                <a:cs typeface="Arial"/>
              </a:defRPr>
            </a:lvl1pPr>
            <a:lvl2pPr>
              <a:buFont typeface="System Font Regular"/>
              <a:buChar char="-"/>
              <a:defRPr sz="1000"/>
            </a:lvl2pPr>
          </a:lstStyle>
          <a:p>
            <a:r>
              <a:rPr lang="en-AU"/>
              <a:t>Click to add text</a:t>
            </a:r>
          </a:p>
        </p:txBody>
      </p:sp>
      <p:sp>
        <p:nvSpPr>
          <p:cNvPr id="7" name="Picture Placeholder 3">
            <a:extLst>
              <a:ext uri="{FF2B5EF4-FFF2-40B4-BE49-F238E27FC236}">
                <a16:creationId xmlns:a16="http://schemas.microsoft.com/office/drawing/2014/main" id="{130F62FA-786C-07E8-C52D-1D109342ADA0}"/>
              </a:ext>
            </a:extLst>
          </p:cNvPr>
          <p:cNvSpPr>
            <a:spLocks noGrp="1"/>
          </p:cNvSpPr>
          <p:nvPr>
            <p:ph type="pic" sz="quarter" idx="10" hasCustomPrompt="1"/>
          </p:nvPr>
        </p:nvSpPr>
        <p:spPr>
          <a:xfrm>
            <a:off x="6495810" y="0"/>
            <a:ext cx="2648190" cy="5143500"/>
          </a:xfrm>
          <a:solidFill>
            <a:schemeClr val="bg1">
              <a:lumMod val="95000"/>
            </a:schemeClr>
          </a:solidFill>
        </p:spPr>
        <p:txBody>
          <a:bodyPr anchor="ctr" anchorCtr="0"/>
          <a:lstStyle>
            <a:lvl1pPr marL="0" indent="0" algn="ctr">
              <a:buNone/>
              <a:defRPr/>
            </a:lvl1pPr>
          </a:lstStyle>
          <a:p>
            <a:r>
              <a:rPr lang="en-US"/>
              <a:t>Click to add image</a:t>
            </a:r>
          </a:p>
        </p:txBody>
      </p:sp>
    </p:spTree>
    <p:extLst>
      <p:ext uri="{BB962C8B-B14F-4D97-AF65-F5344CB8AC3E}">
        <p14:creationId xmlns:p14="http://schemas.microsoft.com/office/powerpoint/2010/main" val="326473199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 column + image, large body copy 18p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77850" y="590120"/>
            <a:ext cx="5670550" cy="738664"/>
          </a:xfrm>
        </p:spPr>
        <p:txBody>
          <a:bodyPr lIns="0" tIns="0" rIns="0" bIns="0"/>
          <a:lstStyle>
            <a:lvl1pPr>
              <a:defRPr sz="2400" b="0" i="0">
                <a:solidFill>
                  <a:srgbClr val="E64626"/>
                </a:solidFill>
                <a:latin typeface="Times" pitchFamily="2" charset="0"/>
                <a:cs typeface="Times New Roman"/>
              </a:defRPr>
            </a:lvl1pPr>
          </a:lstStyle>
          <a:p>
            <a:r>
              <a:rPr lang="en-US"/>
              <a:t>Title, text box and image</a:t>
            </a:r>
            <a:br>
              <a:rPr lang="en-US"/>
            </a:br>
            <a:r>
              <a:rPr lang="en-US"/>
              <a:t>Large body copy</a:t>
            </a:r>
            <a:endParaRPr/>
          </a:p>
        </p:txBody>
      </p:sp>
      <p:sp>
        <p:nvSpPr>
          <p:cNvPr id="6" name="Holder 2">
            <a:extLst>
              <a:ext uri="{FF2B5EF4-FFF2-40B4-BE49-F238E27FC236}">
                <a16:creationId xmlns:a16="http://schemas.microsoft.com/office/drawing/2014/main" id="{B0FAA322-1959-4F66-2CF0-5AB1E42AA9C6}"/>
              </a:ext>
            </a:extLst>
          </p:cNvPr>
          <p:cNvSpPr>
            <a:spLocks noGrp="1"/>
          </p:cNvSpPr>
          <p:nvPr>
            <p:ph type="body" idx="1" hasCustomPrompt="1"/>
          </p:nvPr>
        </p:nvSpPr>
        <p:spPr>
          <a:xfrm>
            <a:off x="1892300" y="1803399"/>
            <a:ext cx="4356100" cy="2781300"/>
          </a:xfrm>
          <a:prstGeom prst="rect">
            <a:avLst/>
          </a:prstGeom>
        </p:spPr>
        <p:txBody>
          <a:bodyPr lIns="0" tIns="0" rIns="0" bIns="0"/>
          <a:lstStyle>
            <a:lvl1pPr marL="171450" indent="-171450">
              <a:buFont typeface="System Font Regular"/>
              <a:buChar char="-"/>
              <a:defRPr sz="1800" b="0" i="0">
                <a:solidFill>
                  <a:srgbClr val="3C3C3B"/>
                </a:solidFill>
                <a:latin typeface="Arial"/>
                <a:cs typeface="Arial"/>
              </a:defRPr>
            </a:lvl1pPr>
            <a:lvl2pPr>
              <a:buFont typeface="System Font Regular"/>
              <a:buChar char="-"/>
              <a:defRPr sz="1000"/>
            </a:lvl2pPr>
          </a:lstStyle>
          <a:p>
            <a:r>
              <a:rPr lang="en-AU"/>
              <a:t>Click to add text</a:t>
            </a:r>
          </a:p>
        </p:txBody>
      </p:sp>
      <p:sp>
        <p:nvSpPr>
          <p:cNvPr id="7" name="Picture Placeholder 3">
            <a:extLst>
              <a:ext uri="{FF2B5EF4-FFF2-40B4-BE49-F238E27FC236}">
                <a16:creationId xmlns:a16="http://schemas.microsoft.com/office/drawing/2014/main" id="{130F62FA-786C-07E8-C52D-1D109342ADA0}"/>
              </a:ext>
            </a:extLst>
          </p:cNvPr>
          <p:cNvSpPr>
            <a:spLocks noGrp="1"/>
          </p:cNvSpPr>
          <p:nvPr>
            <p:ph type="pic" sz="quarter" idx="10" hasCustomPrompt="1"/>
          </p:nvPr>
        </p:nvSpPr>
        <p:spPr>
          <a:xfrm>
            <a:off x="6495810" y="0"/>
            <a:ext cx="2648190" cy="5143500"/>
          </a:xfrm>
          <a:solidFill>
            <a:schemeClr val="bg1">
              <a:lumMod val="95000"/>
            </a:schemeClr>
          </a:solidFill>
        </p:spPr>
        <p:txBody>
          <a:bodyPr anchor="ctr" anchorCtr="0"/>
          <a:lstStyle>
            <a:lvl1pPr marL="0" indent="0" algn="ctr">
              <a:buNone/>
              <a:defRPr/>
            </a:lvl1pPr>
          </a:lstStyle>
          <a:p>
            <a:r>
              <a:rPr lang="en-US"/>
              <a:t>Click to add image</a:t>
            </a:r>
          </a:p>
        </p:txBody>
      </p:sp>
    </p:spTree>
    <p:extLst>
      <p:ext uri="{BB962C8B-B14F-4D97-AF65-F5344CB8AC3E}">
        <p14:creationId xmlns:p14="http://schemas.microsoft.com/office/powerpoint/2010/main" val="32574887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Heading with image 1">
    <p:spTree>
      <p:nvGrpSpPr>
        <p:cNvPr id="1" name=""/>
        <p:cNvGrpSpPr/>
        <p:nvPr/>
      </p:nvGrpSpPr>
      <p:grpSpPr>
        <a:xfrm>
          <a:off x="0" y="0"/>
          <a:ext cx="0" cy="0"/>
          <a:chOff x="0" y="0"/>
          <a:chExt cx="0" cy="0"/>
        </a:xfrm>
      </p:grpSpPr>
      <p:sp>
        <p:nvSpPr>
          <p:cNvPr id="2" name="Holder 2"/>
          <p:cNvSpPr>
            <a:spLocks noGrp="1"/>
          </p:cNvSpPr>
          <p:nvPr>
            <p:ph type="title" hasCustomPrompt="1"/>
          </p:nvPr>
        </p:nvSpPr>
        <p:spPr>
          <a:xfrm>
            <a:off x="5339949" y="763150"/>
            <a:ext cx="3055938" cy="1107996"/>
          </a:xfrm>
        </p:spPr>
        <p:txBody>
          <a:bodyPr lIns="0" tIns="0" rIns="0" bIns="0"/>
          <a:lstStyle>
            <a:lvl1pPr>
              <a:defRPr sz="2400" b="0" i="0">
                <a:solidFill>
                  <a:srgbClr val="E64626"/>
                </a:solidFill>
                <a:latin typeface="Times" pitchFamily="2" charset="0"/>
                <a:cs typeface="Times New Roman"/>
              </a:defRPr>
            </a:lvl1pPr>
          </a:lstStyle>
          <a:p>
            <a:r>
              <a:rPr lang="en-AU"/>
              <a:t>Heading 1</a:t>
            </a:r>
            <a:br>
              <a:rPr lang="en-AU"/>
            </a:br>
            <a:r>
              <a:rPr lang="en-US"/>
              <a:t>Title, text box and image</a:t>
            </a:r>
            <a:br>
              <a:rPr lang="en-US"/>
            </a:br>
            <a:r>
              <a:rPr lang="en-US"/>
              <a:t>Medium body copy</a:t>
            </a:r>
            <a:endParaRPr/>
          </a:p>
        </p:txBody>
      </p:sp>
      <p:sp>
        <p:nvSpPr>
          <p:cNvPr id="9" name="Picture Placeholder 6">
            <a:extLst>
              <a:ext uri="{FF2B5EF4-FFF2-40B4-BE49-F238E27FC236}">
                <a16:creationId xmlns:a16="http://schemas.microsoft.com/office/drawing/2014/main" id="{3E7C6475-9E09-2C25-60AA-C01FFE5493AC}"/>
              </a:ext>
            </a:extLst>
          </p:cNvPr>
          <p:cNvSpPr>
            <a:spLocks noGrp="1"/>
          </p:cNvSpPr>
          <p:nvPr>
            <p:ph type="pic" sz="quarter" idx="10" hasCustomPrompt="1"/>
          </p:nvPr>
        </p:nvSpPr>
        <p:spPr>
          <a:xfrm>
            <a:off x="1" y="0"/>
            <a:ext cx="4571999" cy="5143500"/>
          </a:xfrm>
          <a:solidFill>
            <a:schemeClr val="bg1">
              <a:lumMod val="95000"/>
            </a:schemeClr>
          </a:solidFill>
        </p:spPr>
        <p:txBody>
          <a:bodyPr anchor="ctr" anchorCtr="0"/>
          <a:lstStyle>
            <a:lvl1pPr marL="0" indent="0" algn="ctr">
              <a:buNone/>
              <a:defRPr/>
            </a:lvl1pPr>
          </a:lstStyle>
          <a:p>
            <a:r>
              <a:rPr lang="en-US"/>
              <a:t>Click to add image</a:t>
            </a:r>
          </a:p>
        </p:txBody>
      </p:sp>
      <p:sp>
        <p:nvSpPr>
          <p:cNvPr id="4" name="Text Placeholder 5">
            <a:extLst>
              <a:ext uri="{FF2B5EF4-FFF2-40B4-BE49-F238E27FC236}">
                <a16:creationId xmlns:a16="http://schemas.microsoft.com/office/drawing/2014/main" id="{C690FE27-A077-176C-683F-060F8B919BAD}"/>
              </a:ext>
            </a:extLst>
          </p:cNvPr>
          <p:cNvSpPr>
            <a:spLocks noGrp="1"/>
          </p:cNvSpPr>
          <p:nvPr>
            <p:ph type="body" sz="quarter" idx="11"/>
          </p:nvPr>
        </p:nvSpPr>
        <p:spPr>
          <a:xfrm>
            <a:off x="5339948" y="2130182"/>
            <a:ext cx="3055937" cy="2070100"/>
          </a:xfr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6692226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Heading with imag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1500" y="763150"/>
            <a:ext cx="3055938" cy="1107996"/>
          </a:xfrm>
        </p:spPr>
        <p:txBody>
          <a:bodyPr lIns="0" tIns="0" rIns="0" bIns="0"/>
          <a:lstStyle>
            <a:lvl1pPr>
              <a:defRPr sz="2400" b="0" i="0">
                <a:solidFill>
                  <a:srgbClr val="E64626"/>
                </a:solidFill>
                <a:latin typeface="Times" pitchFamily="2" charset="0"/>
                <a:cs typeface="Times New Roman"/>
              </a:defRPr>
            </a:lvl1pPr>
          </a:lstStyle>
          <a:p>
            <a:r>
              <a:rPr lang="en-AU"/>
              <a:t>Heading 2</a:t>
            </a:r>
            <a:br>
              <a:rPr lang="en-AU"/>
            </a:br>
            <a:r>
              <a:rPr lang="en-US"/>
              <a:t>Title, text box and image</a:t>
            </a:r>
            <a:br>
              <a:rPr lang="en-US"/>
            </a:br>
            <a:r>
              <a:rPr lang="en-US"/>
              <a:t>Medium body copy</a:t>
            </a:r>
            <a:endParaRPr/>
          </a:p>
        </p:txBody>
      </p:sp>
      <p:sp>
        <p:nvSpPr>
          <p:cNvPr id="4" name="Text Placeholder 2">
            <a:extLst>
              <a:ext uri="{FF2B5EF4-FFF2-40B4-BE49-F238E27FC236}">
                <a16:creationId xmlns:a16="http://schemas.microsoft.com/office/drawing/2014/main" id="{763C846B-3BBC-0A9B-343F-8DA8440D4F9F}"/>
              </a:ext>
            </a:extLst>
          </p:cNvPr>
          <p:cNvSpPr>
            <a:spLocks noGrp="1"/>
          </p:cNvSpPr>
          <p:nvPr>
            <p:ph type="body" sz="quarter" idx="11"/>
          </p:nvPr>
        </p:nvSpPr>
        <p:spPr>
          <a:xfrm>
            <a:off x="571501" y="2130182"/>
            <a:ext cx="3055937" cy="2070100"/>
          </a:xfrm>
        </p:spPr>
        <p:txBody>
          <a:bodyPr/>
          <a:lstStyle>
            <a:lvl1pPr marL="171450" indent="-171450">
              <a:buClr>
                <a:schemeClr val="tx1"/>
              </a:buClr>
              <a:buFont typeface="System Font Regular"/>
              <a:buChar char="-"/>
              <a:defRPr sz="1300">
                <a:solidFill>
                  <a:schemeClr val="tx1"/>
                </a:solidFill>
              </a:defRPr>
            </a:lvl1pPr>
            <a:lvl2pPr marL="628650" indent="-171450">
              <a:buClr>
                <a:schemeClr val="tx1"/>
              </a:buClr>
              <a:buFont typeface="System Font Regular"/>
              <a:buChar char="-"/>
              <a:defRPr sz="1300">
                <a:solidFill>
                  <a:schemeClr val="tx1"/>
                </a:solidFill>
              </a:defRPr>
            </a:lvl2pPr>
            <a:lvl3pPr marL="1085850" indent="-171450">
              <a:buClr>
                <a:schemeClr val="tx1"/>
              </a:buClr>
              <a:buFont typeface="System Font Regular"/>
              <a:buChar char="-"/>
              <a:defRPr sz="1300">
                <a:solidFill>
                  <a:schemeClr val="tx1"/>
                </a:solidFill>
              </a:defRPr>
            </a:lvl3pPr>
            <a:lvl4pPr marL="1543050" indent="-171450">
              <a:buClr>
                <a:schemeClr val="tx1"/>
              </a:buClr>
              <a:buFont typeface="System Font Regular"/>
              <a:buChar char="-"/>
              <a:defRPr sz="1300">
                <a:solidFill>
                  <a:schemeClr val="tx1"/>
                </a:solidFill>
              </a:defRPr>
            </a:lvl4pPr>
            <a:lvl5pPr marL="2000250" indent="-171450">
              <a:buClr>
                <a:schemeClr val="tx1"/>
              </a:buClr>
              <a:buFont typeface="System Font Regular"/>
              <a:buChar char="-"/>
              <a:defRPr sz="13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Picture Placeholder 3">
            <a:extLst>
              <a:ext uri="{FF2B5EF4-FFF2-40B4-BE49-F238E27FC236}">
                <a16:creationId xmlns:a16="http://schemas.microsoft.com/office/drawing/2014/main" id="{9223EA41-0E53-E4BC-82D3-F2D428AADB07}"/>
              </a:ext>
            </a:extLst>
          </p:cNvPr>
          <p:cNvSpPr>
            <a:spLocks noGrp="1"/>
          </p:cNvSpPr>
          <p:nvPr>
            <p:ph type="pic" sz="quarter" idx="10" hasCustomPrompt="1"/>
          </p:nvPr>
        </p:nvSpPr>
        <p:spPr>
          <a:xfrm>
            <a:off x="4562082" y="0"/>
            <a:ext cx="4581917" cy="5143500"/>
          </a:xfrm>
          <a:solidFill>
            <a:schemeClr val="bg1">
              <a:lumMod val="95000"/>
            </a:schemeClr>
          </a:solidFill>
        </p:spPr>
        <p:txBody>
          <a:bodyPr anchor="ctr" anchorCtr="0"/>
          <a:lstStyle>
            <a:lvl1pPr marL="0" indent="0" algn="ctr">
              <a:buNone/>
              <a:defRPr/>
            </a:lvl1pPr>
          </a:lstStyle>
          <a:p>
            <a:r>
              <a:rPr lang="en-US"/>
              <a:t>Click to add image</a:t>
            </a:r>
          </a:p>
        </p:txBody>
      </p:sp>
    </p:spTree>
    <p:extLst>
      <p:ext uri="{BB962C8B-B14F-4D97-AF65-F5344CB8AC3E}">
        <p14:creationId xmlns:p14="http://schemas.microsoft.com/office/powerpoint/2010/main" val="213344768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Heading with image 3">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06AF4810-CD2A-169B-7819-02D6EDE188AA}"/>
              </a:ext>
              <a:ext uri="{C183D7F6-B498-43B3-948B-1728B52AA6E4}">
                <adec:decorative xmlns:adec="http://schemas.microsoft.com/office/drawing/2017/decorative" val="1"/>
              </a:ext>
            </a:extLst>
          </p:cNvPr>
          <p:cNvSpPr/>
          <p:nvPr userDrawn="1"/>
        </p:nvSpPr>
        <p:spPr>
          <a:xfrm>
            <a:off x="-1292" y="0"/>
            <a:ext cx="4562082" cy="51435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71500" y="763150"/>
            <a:ext cx="3055938" cy="1107996"/>
          </a:xfrm>
        </p:spPr>
        <p:txBody>
          <a:bodyPr lIns="0" tIns="0" rIns="0" bIns="0"/>
          <a:lstStyle>
            <a:lvl1pPr>
              <a:defRPr sz="2400" b="0" i="0">
                <a:solidFill>
                  <a:srgbClr val="E64626"/>
                </a:solidFill>
                <a:latin typeface="Times" pitchFamily="2" charset="0"/>
                <a:cs typeface="Times New Roman"/>
              </a:defRPr>
            </a:lvl1pPr>
          </a:lstStyle>
          <a:p>
            <a:r>
              <a:rPr lang="en-AU"/>
              <a:t>Heading 3</a:t>
            </a:r>
            <a:br>
              <a:rPr lang="en-AU"/>
            </a:br>
            <a:r>
              <a:rPr lang="en-US"/>
              <a:t>Title, text box and image</a:t>
            </a:r>
            <a:br>
              <a:rPr lang="en-US"/>
            </a:br>
            <a:r>
              <a:rPr lang="en-US"/>
              <a:t>Medium body copy</a:t>
            </a:r>
            <a:endParaRPr/>
          </a:p>
        </p:txBody>
      </p:sp>
      <p:sp>
        <p:nvSpPr>
          <p:cNvPr id="5" name="Text Placeholder 2">
            <a:extLst>
              <a:ext uri="{FF2B5EF4-FFF2-40B4-BE49-F238E27FC236}">
                <a16:creationId xmlns:a16="http://schemas.microsoft.com/office/drawing/2014/main" id="{5A9B2E54-042A-B95A-337E-B5C4C9A5CCD2}"/>
              </a:ext>
            </a:extLst>
          </p:cNvPr>
          <p:cNvSpPr>
            <a:spLocks noGrp="1"/>
          </p:cNvSpPr>
          <p:nvPr>
            <p:ph type="body" sz="quarter" idx="11"/>
          </p:nvPr>
        </p:nvSpPr>
        <p:spPr>
          <a:xfrm>
            <a:off x="571500" y="2130182"/>
            <a:ext cx="3055937" cy="2070100"/>
          </a:xfr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Picture Placeholder 3">
            <a:extLst>
              <a:ext uri="{FF2B5EF4-FFF2-40B4-BE49-F238E27FC236}">
                <a16:creationId xmlns:a16="http://schemas.microsoft.com/office/drawing/2014/main" id="{BF473830-12BA-DF64-1A9E-1CAE3632CA09}"/>
              </a:ext>
            </a:extLst>
          </p:cNvPr>
          <p:cNvSpPr>
            <a:spLocks noGrp="1"/>
          </p:cNvSpPr>
          <p:nvPr>
            <p:ph type="pic" sz="quarter" idx="10" hasCustomPrompt="1"/>
          </p:nvPr>
        </p:nvSpPr>
        <p:spPr>
          <a:xfrm>
            <a:off x="4562082" y="0"/>
            <a:ext cx="4581918" cy="5143500"/>
          </a:xfrm>
          <a:solidFill>
            <a:schemeClr val="bg1">
              <a:lumMod val="95000"/>
            </a:schemeClr>
          </a:solidFill>
        </p:spPr>
        <p:txBody>
          <a:bodyPr anchor="ctr" anchorCtr="0"/>
          <a:lstStyle>
            <a:lvl1pPr marL="0" indent="0" algn="ctr">
              <a:buNone/>
              <a:defRPr/>
            </a:lvl1pPr>
          </a:lstStyle>
          <a:p>
            <a:r>
              <a:rPr lang="en-US"/>
              <a:t>Click to add image</a:t>
            </a:r>
          </a:p>
        </p:txBody>
      </p:sp>
    </p:spTree>
    <p:extLst>
      <p:ext uri="{BB962C8B-B14F-4D97-AF65-F5344CB8AC3E}">
        <p14:creationId xmlns:p14="http://schemas.microsoft.com/office/powerpoint/2010/main" val="208551204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Heading with image 4">
    <p:spTree>
      <p:nvGrpSpPr>
        <p:cNvPr id="1" name=""/>
        <p:cNvGrpSpPr/>
        <p:nvPr/>
      </p:nvGrpSpPr>
      <p:grpSpPr>
        <a:xfrm>
          <a:off x="0" y="0"/>
          <a:ext cx="0" cy="0"/>
          <a:chOff x="0" y="0"/>
          <a:chExt cx="0" cy="0"/>
        </a:xfrm>
      </p:grpSpPr>
      <p:sp>
        <p:nvSpPr>
          <p:cNvPr id="7" name="object 0">
            <a:extLst>
              <a:ext uri="{FF2B5EF4-FFF2-40B4-BE49-F238E27FC236}">
                <a16:creationId xmlns:a16="http://schemas.microsoft.com/office/drawing/2014/main" id="{CA7413FA-6408-3254-1779-682CAAAE9ECF}"/>
              </a:ext>
              <a:ext uri="{C183D7F6-B498-43B3-948B-1728B52AA6E4}">
                <adec:decorative xmlns:adec="http://schemas.microsoft.com/office/drawing/2017/decorative" val="1"/>
              </a:ext>
            </a:extLst>
          </p:cNvPr>
          <p:cNvSpPr/>
          <p:nvPr userDrawn="1"/>
        </p:nvSpPr>
        <p:spPr>
          <a:xfrm>
            <a:off x="571500" y="590550"/>
            <a:ext cx="914400" cy="0"/>
          </a:xfrm>
          <a:custGeom>
            <a:avLst/>
            <a:gdLst/>
            <a:ahLst/>
            <a:cxnLst/>
            <a:rect l="l" t="t" r="r" b="b"/>
            <a:pathLst>
              <a:path w="914400">
                <a:moveTo>
                  <a:pt x="914400" y="0"/>
                </a:moveTo>
                <a:lnTo>
                  <a:pt x="0" y="0"/>
                </a:lnTo>
              </a:path>
            </a:pathLst>
          </a:custGeom>
          <a:ln w="9525">
            <a:solidFill>
              <a:srgbClr val="E64626"/>
            </a:solidFill>
          </a:ln>
        </p:spPr>
        <p:txBody>
          <a:bodyPr wrap="square" lIns="0" tIns="0" rIns="0" bIns="0" rtlCol="0"/>
          <a:lstStyle/>
          <a:p>
            <a:endParaRPr/>
          </a:p>
        </p:txBody>
      </p:sp>
      <p:sp>
        <p:nvSpPr>
          <p:cNvPr id="4" name="Rectangle 0">
            <a:extLst>
              <a:ext uri="{FF2B5EF4-FFF2-40B4-BE49-F238E27FC236}">
                <a16:creationId xmlns:a16="http://schemas.microsoft.com/office/drawing/2014/main" id="{D01AF305-2512-8B00-F76B-C57D232745EB}"/>
              </a:ext>
              <a:ext uri="{C183D7F6-B498-43B3-948B-1728B52AA6E4}">
                <adec:decorative xmlns:adec="http://schemas.microsoft.com/office/drawing/2017/decorative" val="1"/>
              </a:ext>
            </a:extLst>
          </p:cNvPr>
          <p:cNvSpPr/>
          <p:nvPr userDrawn="1"/>
        </p:nvSpPr>
        <p:spPr>
          <a:xfrm>
            <a:off x="0" y="0"/>
            <a:ext cx="4562082" cy="5143500"/>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71500" y="779025"/>
            <a:ext cx="3055938" cy="1107996"/>
          </a:xfrm>
        </p:spPr>
        <p:txBody>
          <a:bodyPr lIns="0" tIns="0" rIns="0" bIns="0"/>
          <a:lstStyle>
            <a:lvl1pPr>
              <a:defRPr sz="2400" b="0" i="0">
                <a:solidFill>
                  <a:schemeClr val="bg1"/>
                </a:solidFill>
                <a:latin typeface="Times" pitchFamily="2" charset="0"/>
                <a:cs typeface="Times New Roman"/>
              </a:defRPr>
            </a:lvl1pPr>
          </a:lstStyle>
          <a:p>
            <a:r>
              <a:rPr lang="en-AU"/>
              <a:t>Heading 4</a:t>
            </a:r>
            <a:br>
              <a:rPr lang="en-AU"/>
            </a:br>
            <a:r>
              <a:rPr lang="en-US"/>
              <a:t>Title, text box and image</a:t>
            </a:r>
            <a:br>
              <a:rPr lang="en-US"/>
            </a:br>
            <a:r>
              <a:rPr lang="en-US"/>
              <a:t>Medium body copy</a:t>
            </a:r>
            <a:endParaRPr/>
          </a:p>
        </p:txBody>
      </p:sp>
      <p:sp>
        <p:nvSpPr>
          <p:cNvPr id="5" name="Text Placeholder 2">
            <a:extLst>
              <a:ext uri="{FF2B5EF4-FFF2-40B4-BE49-F238E27FC236}">
                <a16:creationId xmlns:a16="http://schemas.microsoft.com/office/drawing/2014/main" id="{8A1A2B76-7231-1188-47F7-90C1CBB05242}"/>
              </a:ext>
            </a:extLst>
          </p:cNvPr>
          <p:cNvSpPr>
            <a:spLocks noGrp="1"/>
          </p:cNvSpPr>
          <p:nvPr>
            <p:ph type="body" sz="quarter" idx="11"/>
          </p:nvPr>
        </p:nvSpPr>
        <p:spPr>
          <a:xfrm>
            <a:off x="571501" y="2146057"/>
            <a:ext cx="3055937" cy="2070100"/>
          </a:xfrm>
        </p:spPr>
        <p:txBody>
          <a:bodyPr/>
          <a:lstStyle>
            <a:lvl1pPr marL="171450" indent="-171450">
              <a:buClr>
                <a:schemeClr val="bg1"/>
              </a:buClr>
              <a:buFont typeface="System Font Regular"/>
              <a:buChar char="-"/>
              <a:defRPr sz="1300">
                <a:solidFill>
                  <a:schemeClr val="bg1"/>
                </a:solidFill>
              </a:defRPr>
            </a:lvl1pPr>
            <a:lvl2pPr marL="628650" indent="-171450">
              <a:buClr>
                <a:schemeClr val="bg1"/>
              </a:buClr>
              <a:buFont typeface="System Font Regular"/>
              <a:buChar char="-"/>
              <a:defRPr sz="1300">
                <a:solidFill>
                  <a:schemeClr val="bg1"/>
                </a:solidFill>
              </a:defRPr>
            </a:lvl2pPr>
            <a:lvl3pPr marL="1085850" indent="-171450">
              <a:buClr>
                <a:schemeClr val="bg1"/>
              </a:buClr>
              <a:buFont typeface="System Font Regular"/>
              <a:buChar char="-"/>
              <a:defRPr sz="1300">
                <a:solidFill>
                  <a:schemeClr val="bg1"/>
                </a:solidFill>
              </a:defRPr>
            </a:lvl3pPr>
            <a:lvl4pPr marL="1543050" indent="-171450">
              <a:buClr>
                <a:schemeClr val="bg1"/>
              </a:buClr>
              <a:buFont typeface="System Font Regular"/>
              <a:buChar char="-"/>
              <a:defRPr sz="1300">
                <a:solidFill>
                  <a:schemeClr val="bg1"/>
                </a:solidFill>
              </a:defRPr>
            </a:lvl4pPr>
            <a:lvl5pPr marL="2000250" indent="-171450">
              <a:buClr>
                <a:schemeClr val="bg1"/>
              </a:buClr>
              <a:buFont typeface="System Font Regular"/>
              <a:buChar char="-"/>
              <a:defRPr sz="13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Picture Placeholder 3">
            <a:extLst>
              <a:ext uri="{FF2B5EF4-FFF2-40B4-BE49-F238E27FC236}">
                <a16:creationId xmlns:a16="http://schemas.microsoft.com/office/drawing/2014/main" id="{E01BB514-CFB3-0A62-D442-0367254D28E0}"/>
              </a:ext>
            </a:extLst>
          </p:cNvPr>
          <p:cNvSpPr>
            <a:spLocks noGrp="1"/>
          </p:cNvSpPr>
          <p:nvPr>
            <p:ph type="pic" sz="quarter" idx="10" hasCustomPrompt="1"/>
          </p:nvPr>
        </p:nvSpPr>
        <p:spPr>
          <a:xfrm>
            <a:off x="4562082" y="0"/>
            <a:ext cx="4581918" cy="5143500"/>
          </a:xfrm>
          <a:solidFill>
            <a:schemeClr val="bg1">
              <a:lumMod val="95000"/>
            </a:schemeClr>
          </a:solidFill>
        </p:spPr>
        <p:txBody>
          <a:bodyPr anchor="ctr" anchorCtr="0"/>
          <a:lstStyle>
            <a:lvl1pPr marL="0" indent="0" algn="ctr">
              <a:buNone/>
              <a:defRPr/>
            </a:lvl1pPr>
          </a:lstStyle>
          <a:p>
            <a:r>
              <a:rPr lang="en-US"/>
              <a:t>Click to add image</a:t>
            </a:r>
          </a:p>
        </p:txBody>
      </p:sp>
    </p:spTree>
    <p:extLst>
      <p:ext uri="{BB962C8B-B14F-4D97-AF65-F5344CB8AC3E}">
        <p14:creationId xmlns:p14="http://schemas.microsoft.com/office/powerpoint/2010/main" val="28456319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Heading with images 5">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8585A7-12B9-F7BC-085D-8B7FD93ECD26}"/>
              </a:ext>
              <a:ext uri="{C183D7F6-B498-43B3-948B-1728B52AA6E4}">
                <adec:decorative xmlns:adec="http://schemas.microsoft.com/office/drawing/2017/decorative" val="1"/>
              </a:ext>
            </a:extLst>
          </p:cNvPr>
          <p:cNvSpPr/>
          <p:nvPr userDrawn="1"/>
        </p:nvSpPr>
        <p:spPr>
          <a:xfrm>
            <a:off x="3882842" y="0"/>
            <a:ext cx="5261158" cy="51435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71500" y="779025"/>
            <a:ext cx="3055938" cy="1107996"/>
          </a:xfrm>
        </p:spPr>
        <p:txBody>
          <a:bodyPr lIns="0" tIns="0" rIns="0" bIns="0"/>
          <a:lstStyle>
            <a:lvl1pPr>
              <a:defRPr sz="2400" b="0" i="0">
                <a:solidFill>
                  <a:srgbClr val="E64626"/>
                </a:solidFill>
                <a:latin typeface="Times" pitchFamily="2" charset="0"/>
                <a:cs typeface="Times New Roman"/>
              </a:defRPr>
            </a:lvl1pPr>
          </a:lstStyle>
          <a:p>
            <a:r>
              <a:rPr lang="en-AU"/>
              <a:t>Heading 5</a:t>
            </a:r>
            <a:br>
              <a:rPr lang="en-AU"/>
            </a:br>
            <a:r>
              <a:rPr lang="en-US"/>
              <a:t>Title, text box + images</a:t>
            </a:r>
            <a:br>
              <a:rPr lang="en-US"/>
            </a:br>
            <a:r>
              <a:rPr lang="en-US"/>
              <a:t>Medium body copy</a:t>
            </a:r>
            <a:endParaRPr/>
          </a:p>
        </p:txBody>
      </p:sp>
      <p:sp>
        <p:nvSpPr>
          <p:cNvPr id="4" name="Text Placeholder 2">
            <a:extLst>
              <a:ext uri="{FF2B5EF4-FFF2-40B4-BE49-F238E27FC236}">
                <a16:creationId xmlns:a16="http://schemas.microsoft.com/office/drawing/2014/main" id="{86260F83-22E0-FB93-2602-46785993E99A}"/>
              </a:ext>
            </a:extLst>
          </p:cNvPr>
          <p:cNvSpPr>
            <a:spLocks noGrp="1"/>
          </p:cNvSpPr>
          <p:nvPr>
            <p:ph type="body" sz="quarter" idx="14"/>
          </p:nvPr>
        </p:nvSpPr>
        <p:spPr>
          <a:xfrm>
            <a:off x="587071" y="2146057"/>
            <a:ext cx="3055937" cy="2070100"/>
          </a:xfr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2" name="Picture Placeholder 3">
            <a:extLst>
              <a:ext uri="{FF2B5EF4-FFF2-40B4-BE49-F238E27FC236}">
                <a16:creationId xmlns:a16="http://schemas.microsoft.com/office/drawing/2014/main" id="{FA3D8C20-B9F8-111A-7311-B7F42789D49C}"/>
              </a:ext>
            </a:extLst>
          </p:cNvPr>
          <p:cNvSpPr>
            <a:spLocks noGrp="1"/>
          </p:cNvSpPr>
          <p:nvPr>
            <p:ph type="pic" sz="quarter" idx="10" hasCustomPrompt="1"/>
          </p:nvPr>
        </p:nvSpPr>
        <p:spPr>
          <a:xfrm>
            <a:off x="4442651" y="577850"/>
            <a:ext cx="1996249" cy="1929263"/>
          </a:xfrm>
          <a:solidFill>
            <a:schemeClr val="bg1">
              <a:lumMod val="95000"/>
            </a:schemeClr>
          </a:solidFill>
        </p:spPr>
        <p:txBody>
          <a:bodyPr anchor="ctr" anchorCtr="0"/>
          <a:lstStyle>
            <a:lvl1pPr marL="0" indent="0" algn="ctr">
              <a:buNone/>
              <a:defRPr/>
            </a:lvl1pPr>
          </a:lstStyle>
          <a:p>
            <a:r>
              <a:rPr lang="en-US"/>
              <a:t>Click to add image</a:t>
            </a:r>
          </a:p>
        </p:txBody>
      </p:sp>
      <p:sp>
        <p:nvSpPr>
          <p:cNvPr id="23" name="Picture Placeholder 4">
            <a:extLst>
              <a:ext uri="{FF2B5EF4-FFF2-40B4-BE49-F238E27FC236}">
                <a16:creationId xmlns:a16="http://schemas.microsoft.com/office/drawing/2014/main" id="{E67DE4A2-A084-6CFF-A647-B7F40F5B3287}"/>
              </a:ext>
            </a:extLst>
          </p:cNvPr>
          <p:cNvSpPr>
            <a:spLocks noGrp="1"/>
          </p:cNvSpPr>
          <p:nvPr>
            <p:ph type="pic" sz="quarter" idx="11" hasCustomPrompt="1"/>
          </p:nvPr>
        </p:nvSpPr>
        <p:spPr>
          <a:xfrm>
            <a:off x="6568993" y="577850"/>
            <a:ext cx="1996249" cy="1929263"/>
          </a:xfrm>
          <a:solidFill>
            <a:schemeClr val="bg1">
              <a:lumMod val="95000"/>
            </a:schemeClr>
          </a:solidFill>
        </p:spPr>
        <p:txBody>
          <a:bodyPr anchor="ctr" anchorCtr="0"/>
          <a:lstStyle>
            <a:lvl1pPr marL="0" indent="0" algn="ctr">
              <a:buNone/>
              <a:defRPr/>
            </a:lvl1pPr>
          </a:lstStyle>
          <a:p>
            <a:r>
              <a:rPr lang="en-US"/>
              <a:t>Click to add image</a:t>
            </a:r>
          </a:p>
        </p:txBody>
      </p:sp>
      <p:sp>
        <p:nvSpPr>
          <p:cNvPr id="24" name="Picture Placeholder 5">
            <a:extLst>
              <a:ext uri="{FF2B5EF4-FFF2-40B4-BE49-F238E27FC236}">
                <a16:creationId xmlns:a16="http://schemas.microsoft.com/office/drawing/2014/main" id="{047206EB-D996-0FD4-E065-E9595D10C045}"/>
              </a:ext>
            </a:extLst>
          </p:cNvPr>
          <p:cNvSpPr>
            <a:spLocks noGrp="1"/>
          </p:cNvSpPr>
          <p:nvPr>
            <p:ph type="pic" sz="quarter" idx="12" hasCustomPrompt="1"/>
          </p:nvPr>
        </p:nvSpPr>
        <p:spPr>
          <a:xfrm>
            <a:off x="4442651" y="2636387"/>
            <a:ext cx="1996249" cy="1929263"/>
          </a:xfrm>
          <a:solidFill>
            <a:schemeClr val="bg1">
              <a:lumMod val="95000"/>
            </a:schemeClr>
          </a:solidFill>
        </p:spPr>
        <p:txBody>
          <a:bodyPr anchor="ctr" anchorCtr="0"/>
          <a:lstStyle>
            <a:lvl1pPr marL="0" indent="0" algn="ctr">
              <a:buNone/>
              <a:defRPr/>
            </a:lvl1pPr>
          </a:lstStyle>
          <a:p>
            <a:r>
              <a:rPr lang="en-US"/>
              <a:t>Click to add image</a:t>
            </a:r>
          </a:p>
        </p:txBody>
      </p:sp>
      <p:sp>
        <p:nvSpPr>
          <p:cNvPr id="25" name="Picture Placeholder 6">
            <a:extLst>
              <a:ext uri="{FF2B5EF4-FFF2-40B4-BE49-F238E27FC236}">
                <a16:creationId xmlns:a16="http://schemas.microsoft.com/office/drawing/2014/main" id="{1EDA01D0-B9B6-53CA-5A69-95C997DC2BFB}"/>
              </a:ext>
            </a:extLst>
          </p:cNvPr>
          <p:cNvSpPr>
            <a:spLocks noGrp="1"/>
          </p:cNvSpPr>
          <p:nvPr>
            <p:ph type="pic" sz="quarter" idx="13" hasCustomPrompt="1"/>
          </p:nvPr>
        </p:nvSpPr>
        <p:spPr>
          <a:xfrm>
            <a:off x="6568993" y="2636387"/>
            <a:ext cx="1996249" cy="1929263"/>
          </a:xfrm>
          <a:solidFill>
            <a:schemeClr val="bg1">
              <a:lumMod val="95000"/>
            </a:schemeClr>
          </a:solidFill>
        </p:spPr>
        <p:txBody>
          <a:bodyPr anchor="ctr" anchorCtr="0"/>
          <a:lstStyle>
            <a:lvl1pPr marL="0" indent="0" algn="ctr">
              <a:buNone/>
              <a:defRPr/>
            </a:lvl1pPr>
          </a:lstStyle>
          <a:p>
            <a:r>
              <a:rPr lang="en-US"/>
              <a:t>Click to add image</a:t>
            </a:r>
          </a:p>
        </p:txBody>
      </p:sp>
    </p:spTree>
    <p:extLst>
      <p:ext uri="{BB962C8B-B14F-4D97-AF65-F5344CB8AC3E}">
        <p14:creationId xmlns:p14="http://schemas.microsoft.com/office/powerpoint/2010/main" val="27143423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Heading with images 6">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1500" y="742950"/>
            <a:ext cx="7993742" cy="381000"/>
          </a:xfrm>
        </p:spPr>
        <p:txBody>
          <a:bodyPr lIns="0" tIns="0" rIns="0" bIns="0"/>
          <a:lstStyle>
            <a:lvl1pPr>
              <a:defRPr sz="2400" b="0" i="0">
                <a:solidFill>
                  <a:srgbClr val="E64626"/>
                </a:solidFill>
                <a:latin typeface="Times" pitchFamily="2" charset="0"/>
                <a:cs typeface="Times New Roman"/>
              </a:defRPr>
            </a:lvl1pPr>
          </a:lstStyle>
          <a:p>
            <a:r>
              <a:rPr lang="en-AU"/>
              <a:t>Heading 6 – single line</a:t>
            </a:r>
            <a:endParaRPr/>
          </a:p>
        </p:txBody>
      </p:sp>
      <p:sp>
        <p:nvSpPr>
          <p:cNvPr id="22" name="Picture Placeholder 2">
            <a:extLst>
              <a:ext uri="{FF2B5EF4-FFF2-40B4-BE49-F238E27FC236}">
                <a16:creationId xmlns:a16="http://schemas.microsoft.com/office/drawing/2014/main" id="{FA3D8C20-B9F8-111A-7311-B7F42789D49C}"/>
              </a:ext>
            </a:extLst>
          </p:cNvPr>
          <p:cNvSpPr>
            <a:spLocks noGrp="1"/>
          </p:cNvSpPr>
          <p:nvPr>
            <p:ph type="pic" sz="quarter" idx="10" hasCustomPrompt="1"/>
          </p:nvPr>
        </p:nvSpPr>
        <p:spPr>
          <a:xfrm>
            <a:off x="571500" y="1436723"/>
            <a:ext cx="2880000" cy="2961253"/>
          </a:xfrm>
          <a:solidFill>
            <a:schemeClr val="bg1">
              <a:lumMod val="95000"/>
            </a:schemeClr>
          </a:solidFill>
        </p:spPr>
        <p:txBody>
          <a:bodyPr anchor="ctr" anchorCtr="0"/>
          <a:lstStyle>
            <a:lvl1pPr marL="0" indent="0" algn="ctr">
              <a:buNone/>
              <a:defRPr/>
            </a:lvl1pPr>
          </a:lstStyle>
          <a:p>
            <a:r>
              <a:rPr lang="en-US"/>
              <a:t>Click to add image</a:t>
            </a:r>
          </a:p>
        </p:txBody>
      </p:sp>
      <p:sp>
        <p:nvSpPr>
          <p:cNvPr id="19" name="Picture Placeholder 3">
            <a:extLst>
              <a:ext uri="{FF2B5EF4-FFF2-40B4-BE49-F238E27FC236}">
                <a16:creationId xmlns:a16="http://schemas.microsoft.com/office/drawing/2014/main" id="{3F9157D3-AB43-6EAD-7F21-F164319B311D}"/>
              </a:ext>
            </a:extLst>
          </p:cNvPr>
          <p:cNvSpPr>
            <a:spLocks noGrp="1"/>
          </p:cNvSpPr>
          <p:nvPr>
            <p:ph type="pic" sz="quarter" idx="15" hasCustomPrompt="1"/>
          </p:nvPr>
        </p:nvSpPr>
        <p:spPr>
          <a:xfrm>
            <a:off x="3574627" y="1434554"/>
            <a:ext cx="1998000" cy="1404000"/>
          </a:xfrm>
          <a:solidFill>
            <a:schemeClr val="bg1">
              <a:lumMod val="95000"/>
            </a:schemeClr>
          </a:solidFill>
        </p:spPr>
        <p:txBody>
          <a:bodyPr anchor="ctr" anchorCtr="0"/>
          <a:lstStyle>
            <a:lvl1pPr marL="0" indent="0" algn="ctr">
              <a:buNone/>
              <a:defRPr/>
            </a:lvl1pPr>
          </a:lstStyle>
          <a:p>
            <a:r>
              <a:rPr lang="en-US"/>
              <a:t>Click to add image</a:t>
            </a:r>
          </a:p>
        </p:txBody>
      </p:sp>
      <p:sp>
        <p:nvSpPr>
          <p:cNvPr id="24" name="Picture Placeholder 4">
            <a:extLst>
              <a:ext uri="{FF2B5EF4-FFF2-40B4-BE49-F238E27FC236}">
                <a16:creationId xmlns:a16="http://schemas.microsoft.com/office/drawing/2014/main" id="{047206EB-D996-0FD4-E065-E9595D10C045}"/>
              </a:ext>
            </a:extLst>
          </p:cNvPr>
          <p:cNvSpPr>
            <a:spLocks noGrp="1"/>
          </p:cNvSpPr>
          <p:nvPr>
            <p:ph type="pic" sz="quarter" idx="12" hasCustomPrompt="1"/>
          </p:nvPr>
        </p:nvSpPr>
        <p:spPr>
          <a:xfrm>
            <a:off x="3574628" y="2957976"/>
            <a:ext cx="1996249" cy="1440000"/>
          </a:xfrm>
          <a:solidFill>
            <a:schemeClr val="bg1">
              <a:lumMod val="95000"/>
            </a:schemeClr>
          </a:solidFill>
        </p:spPr>
        <p:txBody>
          <a:bodyPr anchor="ctr" anchorCtr="0"/>
          <a:lstStyle>
            <a:lvl1pPr marL="0" indent="0" algn="ctr">
              <a:buNone/>
              <a:defRPr/>
            </a:lvl1pPr>
          </a:lstStyle>
          <a:p>
            <a:r>
              <a:rPr lang="en-US"/>
              <a:t>Click to add image</a:t>
            </a:r>
          </a:p>
        </p:txBody>
      </p:sp>
      <p:sp>
        <p:nvSpPr>
          <p:cNvPr id="16" name="Picture Placeholder 5">
            <a:extLst>
              <a:ext uri="{FF2B5EF4-FFF2-40B4-BE49-F238E27FC236}">
                <a16:creationId xmlns:a16="http://schemas.microsoft.com/office/drawing/2014/main" id="{379C8713-47DB-6665-EC36-148C9CB7B0C5}"/>
              </a:ext>
            </a:extLst>
          </p:cNvPr>
          <p:cNvSpPr>
            <a:spLocks noGrp="1"/>
          </p:cNvSpPr>
          <p:nvPr>
            <p:ph type="pic" sz="quarter" idx="14" hasCustomPrompt="1"/>
          </p:nvPr>
        </p:nvSpPr>
        <p:spPr>
          <a:xfrm>
            <a:off x="5686150" y="1436723"/>
            <a:ext cx="2880000" cy="2961253"/>
          </a:xfrm>
          <a:solidFill>
            <a:schemeClr val="bg1">
              <a:lumMod val="95000"/>
            </a:schemeClr>
          </a:solidFill>
        </p:spPr>
        <p:txBody>
          <a:bodyPr anchor="ctr" anchorCtr="0"/>
          <a:lstStyle>
            <a:lvl1pPr marL="0" indent="0" algn="ctr">
              <a:buNone/>
              <a:defRPr/>
            </a:lvl1pPr>
          </a:lstStyle>
          <a:p>
            <a:r>
              <a:rPr lang="en-US"/>
              <a:t>Click to add image</a:t>
            </a:r>
          </a:p>
        </p:txBody>
      </p:sp>
      <p:sp>
        <p:nvSpPr>
          <p:cNvPr id="3" name="Text Placeholder 6"/>
          <p:cNvSpPr>
            <a:spLocks noGrp="1"/>
          </p:cNvSpPr>
          <p:nvPr>
            <p:ph type="body" idx="1"/>
          </p:nvPr>
        </p:nvSpPr>
        <p:spPr>
          <a:xfrm>
            <a:off x="571500" y="4476750"/>
            <a:ext cx="7994650" cy="218174"/>
          </a:xfrm>
          <a:prstGeom prst="rect">
            <a:avLst/>
          </a:prstGeom>
        </p:spPr>
        <p:txBody>
          <a:bodyPr lIns="0" tIns="0" rIns="0" bIns="0" numCol="1" spcCol="252000"/>
          <a:lstStyle>
            <a:lvl1pPr marL="0" indent="0">
              <a:buFontTx/>
              <a:buNone/>
              <a:defRPr sz="700" b="0" i="0">
                <a:solidFill>
                  <a:srgbClr val="3C3C3B"/>
                </a:solidFill>
                <a:latin typeface="Arial"/>
                <a:cs typeface="Arial"/>
              </a:defRPr>
            </a:lvl1pPr>
          </a:lstStyle>
          <a:p>
            <a:endParaRPr/>
          </a:p>
        </p:txBody>
      </p:sp>
    </p:spTree>
    <p:extLst>
      <p:ext uri="{BB962C8B-B14F-4D97-AF65-F5344CB8AC3E}">
        <p14:creationId xmlns:p14="http://schemas.microsoft.com/office/powerpoint/2010/main" val="8010544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peaker bios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736598"/>
            <a:ext cx="7988300" cy="369332"/>
          </a:xfrm>
        </p:spPr>
        <p:txBody>
          <a:bodyPr lIns="0" tIns="0" rIns="0" bIns="0"/>
          <a:lstStyle>
            <a:lvl1pPr>
              <a:defRPr sz="2400" b="0" i="0">
                <a:solidFill>
                  <a:srgbClr val="E64626"/>
                </a:solidFill>
                <a:latin typeface="Times" pitchFamily="2" charset="0"/>
                <a:cs typeface="Times New Roman"/>
              </a:defRPr>
            </a:lvl1pPr>
          </a:lstStyle>
          <a:p>
            <a:r>
              <a:rPr lang="en-US"/>
              <a:t>Speaker bios with image</a:t>
            </a:r>
            <a:endParaRPr/>
          </a:p>
        </p:txBody>
      </p:sp>
      <p:sp>
        <p:nvSpPr>
          <p:cNvPr id="25" name="Picture Placeholder 2">
            <a:extLst>
              <a:ext uri="{FF2B5EF4-FFF2-40B4-BE49-F238E27FC236}">
                <a16:creationId xmlns:a16="http://schemas.microsoft.com/office/drawing/2014/main" id="{4BEE90D4-8B0A-FDDF-BF6B-72D8DFDC897A}"/>
              </a:ext>
            </a:extLst>
          </p:cNvPr>
          <p:cNvSpPr>
            <a:spLocks noGrp="1"/>
          </p:cNvSpPr>
          <p:nvPr>
            <p:ph type="pic" sz="quarter" idx="10" hasCustomPrompt="1"/>
          </p:nvPr>
        </p:nvSpPr>
        <p:spPr>
          <a:xfrm>
            <a:off x="1892173" y="1410798"/>
            <a:ext cx="1322070" cy="1219200"/>
          </a:xfrm>
          <a:solidFill>
            <a:schemeClr val="bg1">
              <a:lumMod val="95000"/>
            </a:schemeClr>
          </a:solidFill>
        </p:spPr>
        <p:txBody>
          <a:bodyPr anchor="ctr" anchorCtr="0"/>
          <a:lstStyle>
            <a:lvl1pPr marL="0" indent="0" algn="ctr">
              <a:buNone/>
              <a:defRPr/>
            </a:lvl1pPr>
          </a:lstStyle>
          <a:p>
            <a:r>
              <a:rPr lang="en-US"/>
              <a:t>Click to add image</a:t>
            </a:r>
          </a:p>
        </p:txBody>
      </p:sp>
      <p:sp>
        <p:nvSpPr>
          <p:cNvPr id="16" name="Text Placeholder 3">
            <a:extLst>
              <a:ext uri="{FF2B5EF4-FFF2-40B4-BE49-F238E27FC236}">
                <a16:creationId xmlns:a16="http://schemas.microsoft.com/office/drawing/2014/main" id="{744D6788-A0C0-B174-4895-15A2149AC77C}"/>
              </a:ext>
            </a:extLst>
          </p:cNvPr>
          <p:cNvSpPr>
            <a:spLocks noGrp="1"/>
          </p:cNvSpPr>
          <p:nvPr>
            <p:ph type="body" idx="14" hasCustomPrompt="1"/>
          </p:nvPr>
        </p:nvSpPr>
        <p:spPr>
          <a:xfrm>
            <a:off x="1892173" y="2776903"/>
            <a:ext cx="1917700" cy="387734"/>
          </a:xfrm>
          <a:prstGeom prst="rect">
            <a:avLst/>
          </a:prstGeom>
        </p:spPr>
        <p:txBody>
          <a:bodyPr lIns="0" tIns="0" rIns="0" bIns="0" numCol="1" spcCol="252000"/>
          <a:lstStyle>
            <a:lvl1pPr marL="0" indent="0">
              <a:buFontTx/>
              <a:buNone/>
              <a:defRPr sz="1000" b="1" i="0">
                <a:solidFill>
                  <a:schemeClr val="accent1"/>
                </a:solidFill>
                <a:latin typeface="+mn-lt"/>
                <a:cs typeface="Arial"/>
              </a:defRPr>
            </a:lvl1pPr>
          </a:lstStyle>
          <a:p>
            <a:r>
              <a:rPr lang="en-AU" sz="1000">
                <a:solidFill>
                  <a:srgbClr val="3C3C3B"/>
                </a:solidFill>
                <a:latin typeface="Arial"/>
                <a:cs typeface="Arial"/>
              </a:rPr>
              <a:t>First Last 10pt Arial</a:t>
            </a:r>
          </a:p>
          <a:p>
            <a:r>
              <a:rPr lang="en-AU" sz="1000">
                <a:solidFill>
                  <a:srgbClr val="3C3C3B"/>
                </a:solidFill>
                <a:latin typeface="Arial"/>
                <a:cs typeface="Arial"/>
              </a:rPr>
              <a:t>Title goes here 10pt Times</a:t>
            </a:r>
            <a:endParaRPr/>
          </a:p>
        </p:txBody>
      </p:sp>
      <p:sp>
        <p:nvSpPr>
          <p:cNvPr id="3" name="Text Placeholder 4"/>
          <p:cNvSpPr>
            <a:spLocks noGrp="1"/>
          </p:cNvSpPr>
          <p:nvPr>
            <p:ph type="body" idx="1" hasCustomPrompt="1"/>
          </p:nvPr>
        </p:nvSpPr>
        <p:spPr>
          <a:xfrm>
            <a:off x="1892173" y="3365497"/>
            <a:ext cx="1917700" cy="1375162"/>
          </a:xfrm>
          <a:prstGeom prst="rect">
            <a:avLst/>
          </a:prstGeom>
        </p:spPr>
        <p:txBody>
          <a:bodyPr lIns="0" tIns="0" rIns="0" bIns="0" numCol="1" spcCol="252000"/>
          <a:lstStyle>
            <a:lvl1pPr marL="0" indent="0">
              <a:buFontTx/>
              <a:buNone/>
              <a:defRPr sz="1000" b="0" i="0">
                <a:solidFill>
                  <a:srgbClr val="3C3C3B"/>
                </a:solidFill>
                <a:latin typeface="Arial"/>
                <a:cs typeface="Arial"/>
              </a:defRPr>
            </a:lvl1pPr>
          </a:lstStyle>
          <a:p>
            <a:r>
              <a:rPr lang="en-AU" sz="1000">
                <a:solidFill>
                  <a:srgbClr val="3C3C3B"/>
                </a:solidFill>
                <a:latin typeface="Arial"/>
                <a:cs typeface="Arial"/>
              </a:rPr>
              <a:t>Body</a:t>
            </a:r>
            <a:r>
              <a:rPr lang="en-AU" sz="1000" spc="-5">
                <a:solidFill>
                  <a:srgbClr val="3C3C3B"/>
                </a:solidFill>
                <a:latin typeface="Arial"/>
                <a:cs typeface="Arial"/>
              </a:rPr>
              <a:t> </a:t>
            </a:r>
            <a:r>
              <a:rPr lang="en-AU" sz="1000">
                <a:solidFill>
                  <a:srgbClr val="3C3C3B"/>
                </a:solidFill>
                <a:latin typeface="Arial"/>
                <a:cs typeface="Arial"/>
              </a:rPr>
              <a:t>copy</a:t>
            </a:r>
            <a:r>
              <a:rPr lang="en-AU" sz="1000" spc="-5">
                <a:solidFill>
                  <a:srgbClr val="3C3C3B"/>
                </a:solidFill>
                <a:latin typeface="Arial"/>
                <a:cs typeface="Arial"/>
              </a:rPr>
              <a:t> </a:t>
            </a:r>
            <a:r>
              <a:rPr lang="en-AU" sz="1000">
                <a:solidFill>
                  <a:srgbClr val="3C3C3B"/>
                </a:solidFill>
                <a:latin typeface="Arial"/>
                <a:cs typeface="Arial"/>
              </a:rPr>
              <a:t>small</a:t>
            </a:r>
            <a:r>
              <a:rPr lang="en-AU" sz="1000" spc="-10">
                <a:solidFill>
                  <a:srgbClr val="3C3C3B"/>
                </a:solidFill>
                <a:latin typeface="Arial"/>
                <a:cs typeface="Arial"/>
              </a:rPr>
              <a:t> </a:t>
            </a:r>
            <a:r>
              <a:rPr lang="en-AU" sz="1000">
                <a:solidFill>
                  <a:srgbClr val="3C3C3B"/>
                </a:solidFill>
                <a:latin typeface="Arial"/>
                <a:cs typeface="Arial"/>
              </a:rPr>
              <a:t>10pt</a:t>
            </a:r>
            <a:endParaRPr/>
          </a:p>
        </p:txBody>
      </p:sp>
      <p:sp>
        <p:nvSpPr>
          <p:cNvPr id="26" name="Picture Placeholder 5">
            <a:extLst>
              <a:ext uri="{FF2B5EF4-FFF2-40B4-BE49-F238E27FC236}">
                <a16:creationId xmlns:a16="http://schemas.microsoft.com/office/drawing/2014/main" id="{5F9DD4CC-F211-99E0-B144-C7DF316647C9}"/>
              </a:ext>
            </a:extLst>
          </p:cNvPr>
          <p:cNvSpPr>
            <a:spLocks noGrp="1"/>
          </p:cNvSpPr>
          <p:nvPr>
            <p:ph type="pic" sz="quarter" idx="21" hasCustomPrompt="1"/>
          </p:nvPr>
        </p:nvSpPr>
        <p:spPr>
          <a:xfrm>
            <a:off x="4205194" y="1410798"/>
            <a:ext cx="1322070" cy="1219200"/>
          </a:xfrm>
          <a:solidFill>
            <a:schemeClr val="bg1">
              <a:lumMod val="95000"/>
            </a:schemeClr>
          </a:solidFill>
        </p:spPr>
        <p:txBody>
          <a:bodyPr anchor="ctr" anchorCtr="0"/>
          <a:lstStyle>
            <a:lvl1pPr marL="0" indent="0" algn="ctr">
              <a:buNone/>
              <a:defRPr/>
            </a:lvl1pPr>
          </a:lstStyle>
          <a:p>
            <a:r>
              <a:rPr lang="en-US"/>
              <a:t>Click to add image</a:t>
            </a:r>
          </a:p>
        </p:txBody>
      </p:sp>
      <p:sp>
        <p:nvSpPr>
          <p:cNvPr id="20" name="Text Placeholder 6">
            <a:extLst>
              <a:ext uri="{FF2B5EF4-FFF2-40B4-BE49-F238E27FC236}">
                <a16:creationId xmlns:a16="http://schemas.microsoft.com/office/drawing/2014/main" id="{352B38CD-C9E2-6FCF-659C-51A52C84804C}"/>
              </a:ext>
            </a:extLst>
          </p:cNvPr>
          <p:cNvSpPr>
            <a:spLocks noGrp="1"/>
          </p:cNvSpPr>
          <p:nvPr>
            <p:ph type="body" idx="17" hasCustomPrompt="1"/>
          </p:nvPr>
        </p:nvSpPr>
        <p:spPr>
          <a:xfrm>
            <a:off x="4205194" y="2776903"/>
            <a:ext cx="1917700" cy="387734"/>
          </a:xfrm>
          <a:prstGeom prst="rect">
            <a:avLst/>
          </a:prstGeom>
        </p:spPr>
        <p:txBody>
          <a:bodyPr lIns="0" tIns="0" rIns="0" bIns="0" numCol="1" spcCol="252000"/>
          <a:lstStyle>
            <a:lvl1pPr marL="0" indent="0">
              <a:buFontTx/>
              <a:buNone/>
              <a:defRPr sz="1000" b="1" i="0">
                <a:solidFill>
                  <a:schemeClr val="accent1"/>
                </a:solidFill>
                <a:latin typeface="+mn-lt"/>
                <a:cs typeface="Arial"/>
              </a:defRPr>
            </a:lvl1pPr>
          </a:lstStyle>
          <a:p>
            <a:r>
              <a:rPr lang="en-AU" sz="1000">
                <a:solidFill>
                  <a:srgbClr val="3C3C3B"/>
                </a:solidFill>
                <a:latin typeface="Arial"/>
                <a:cs typeface="Arial"/>
              </a:rPr>
              <a:t>First Last 10pt Arial</a:t>
            </a:r>
          </a:p>
          <a:p>
            <a:r>
              <a:rPr lang="en-AU" sz="1000">
                <a:solidFill>
                  <a:srgbClr val="3C3C3B"/>
                </a:solidFill>
                <a:latin typeface="Arial"/>
                <a:cs typeface="Arial"/>
              </a:rPr>
              <a:t>Title goes here 10pt Times</a:t>
            </a:r>
            <a:endParaRPr/>
          </a:p>
        </p:txBody>
      </p:sp>
      <p:sp>
        <p:nvSpPr>
          <p:cNvPr id="17" name="Text Placeholder 7">
            <a:extLst>
              <a:ext uri="{FF2B5EF4-FFF2-40B4-BE49-F238E27FC236}">
                <a16:creationId xmlns:a16="http://schemas.microsoft.com/office/drawing/2014/main" id="{17CE8A92-798F-6C5E-0F46-EC0B5684D236}"/>
              </a:ext>
            </a:extLst>
          </p:cNvPr>
          <p:cNvSpPr>
            <a:spLocks noGrp="1"/>
          </p:cNvSpPr>
          <p:nvPr>
            <p:ph type="body" idx="15" hasCustomPrompt="1"/>
          </p:nvPr>
        </p:nvSpPr>
        <p:spPr>
          <a:xfrm>
            <a:off x="4205194" y="3365497"/>
            <a:ext cx="1917700" cy="1375162"/>
          </a:xfrm>
          <a:prstGeom prst="rect">
            <a:avLst/>
          </a:prstGeom>
        </p:spPr>
        <p:txBody>
          <a:bodyPr lIns="0" tIns="0" rIns="0" bIns="0" numCol="1" spcCol="252000"/>
          <a:lstStyle>
            <a:lvl1pPr marL="0" indent="0">
              <a:buFontTx/>
              <a:buNone/>
              <a:defRPr sz="1000" b="0" i="0">
                <a:solidFill>
                  <a:srgbClr val="3C3C3B"/>
                </a:solidFill>
                <a:latin typeface="Arial"/>
                <a:cs typeface="Arial"/>
              </a:defRPr>
            </a:lvl1pPr>
          </a:lstStyle>
          <a:p>
            <a:r>
              <a:rPr lang="en-AU" sz="1000">
                <a:solidFill>
                  <a:srgbClr val="3C3C3B"/>
                </a:solidFill>
                <a:latin typeface="Arial"/>
                <a:cs typeface="Arial"/>
              </a:rPr>
              <a:t>Body</a:t>
            </a:r>
            <a:r>
              <a:rPr lang="en-AU" sz="1000" spc="-5">
                <a:solidFill>
                  <a:srgbClr val="3C3C3B"/>
                </a:solidFill>
                <a:latin typeface="Arial"/>
                <a:cs typeface="Arial"/>
              </a:rPr>
              <a:t> </a:t>
            </a:r>
            <a:r>
              <a:rPr lang="en-AU" sz="1000">
                <a:solidFill>
                  <a:srgbClr val="3C3C3B"/>
                </a:solidFill>
                <a:latin typeface="Arial"/>
                <a:cs typeface="Arial"/>
              </a:rPr>
              <a:t>copy</a:t>
            </a:r>
            <a:r>
              <a:rPr lang="en-AU" sz="1000" spc="-5">
                <a:solidFill>
                  <a:srgbClr val="3C3C3B"/>
                </a:solidFill>
                <a:latin typeface="Arial"/>
                <a:cs typeface="Arial"/>
              </a:rPr>
              <a:t> </a:t>
            </a:r>
            <a:r>
              <a:rPr lang="en-AU" sz="1000">
                <a:solidFill>
                  <a:srgbClr val="3C3C3B"/>
                </a:solidFill>
                <a:latin typeface="Arial"/>
                <a:cs typeface="Arial"/>
              </a:rPr>
              <a:t>small</a:t>
            </a:r>
            <a:r>
              <a:rPr lang="en-AU" sz="1000" spc="-10">
                <a:solidFill>
                  <a:srgbClr val="3C3C3B"/>
                </a:solidFill>
                <a:latin typeface="Arial"/>
                <a:cs typeface="Arial"/>
              </a:rPr>
              <a:t> </a:t>
            </a:r>
            <a:r>
              <a:rPr lang="en-AU" sz="1000">
                <a:solidFill>
                  <a:srgbClr val="3C3C3B"/>
                </a:solidFill>
                <a:latin typeface="Arial"/>
                <a:cs typeface="Arial"/>
              </a:rPr>
              <a:t>10pt</a:t>
            </a:r>
            <a:endParaRPr/>
          </a:p>
        </p:txBody>
      </p:sp>
      <p:sp>
        <p:nvSpPr>
          <p:cNvPr id="27" name="Picture Placeholder 8">
            <a:extLst>
              <a:ext uri="{FF2B5EF4-FFF2-40B4-BE49-F238E27FC236}">
                <a16:creationId xmlns:a16="http://schemas.microsoft.com/office/drawing/2014/main" id="{33A6F673-B304-E705-5E66-2DBDA1BA7630}"/>
              </a:ext>
            </a:extLst>
          </p:cNvPr>
          <p:cNvSpPr>
            <a:spLocks noGrp="1"/>
          </p:cNvSpPr>
          <p:nvPr>
            <p:ph type="pic" sz="quarter" idx="22" hasCustomPrompt="1"/>
          </p:nvPr>
        </p:nvSpPr>
        <p:spPr>
          <a:xfrm>
            <a:off x="6550856" y="1410798"/>
            <a:ext cx="1322070" cy="1219200"/>
          </a:xfrm>
          <a:solidFill>
            <a:schemeClr val="bg1">
              <a:lumMod val="95000"/>
            </a:schemeClr>
          </a:solidFill>
        </p:spPr>
        <p:txBody>
          <a:bodyPr anchor="ctr" anchorCtr="0"/>
          <a:lstStyle>
            <a:lvl1pPr marL="0" indent="0" algn="ctr">
              <a:buNone/>
              <a:defRPr/>
            </a:lvl1pPr>
          </a:lstStyle>
          <a:p>
            <a:r>
              <a:rPr lang="en-US"/>
              <a:t>Click to add image</a:t>
            </a:r>
          </a:p>
        </p:txBody>
      </p:sp>
      <p:sp>
        <p:nvSpPr>
          <p:cNvPr id="24" name="Text Placeholder 9">
            <a:extLst>
              <a:ext uri="{FF2B5EF4-FFF2-40B4-BE49-F238E27FC236}">
                <a16:creationId xmlns:a16="http://schemas.microsoft.com/office/drawing/2014/main" id="{E08F0228-3E66-E48B-74F0-3A18CDB08DAE}"/>
              </a:ext>
            </a:extLst>
          </p:cNvPr>
          <p:cNvSpPr>
            <a:spLocks noGrp="1"/>
          </p:cNvSpPr>
          <p:nvPr>
            <p:ph type="body" idx="20" hasCustomPrompt="1"/>
          </p:nvPr>
        </p:nvSpPr>
        <p:spPr>
          <a:xfrm>
            <a:off x="6550856" y="2776903"/>
            <a:ext cx="1917700" cy="387734"/>
          </a:xfrm>
          <a:prstGeom prst="rect">
            <a:avLst/>
          </a:prstGeom>
        </p:spPr>
        <p:txBody>
          <a:bodyPr lIns="0" tIns="0" rIns="0" bIns="0" numCol="1" spcCol="252000"/>
          <a:lstStyle>
            <a:lvl1pPr marL="0" indent="0">
              <a:buFontTx/>
              <a:buNone/>
              <a:defRPr sz="1000" b="1" i="0">
                <a:solidFill>
                  <a:schemeClr val="accent1"/>
                </a:solidFill>
                <a:latin typeface="+mn-lt"/>
                <a:cs typeface="Arial"/>
              </a:defRPr>
            </a:lvl1pPr>
          </a:lstStyle>
          <a:p>
            <a:r>
              <a:rPr lang="en-AU" sz="1000">
                <a:solidFill>
                  <a:srgbClr val="3C3C3B"/>
                </a:solidFill>
                <a:latin typeface="Arial"/>
                <a:cs typeface="Arial"/>
              </a:rPr>
              <a:t>First Last 10pt Arial</a:t>
            </a:r>
          </a:p>
          <a:p>
            <a:r>
              <a:rPr lang="en-AU" sz="1000">
                <a:solidFill>
                  <a:srgbClr val="3C3C3B"/>
                </a:solidFill>
                <a:latin typeface="Arial"/>
                <a:cs typeface="Arial"/>
              </a:rPr>
              <a:t>Title goes here 10pt Times</a:t>
            </a:r>
            <a:endParaRPr/>
          </a:p>
        </p:txBody>
      </p:sp>
      <p:sp>
        <p:nvSpPr>
          <p:cNvPr id="21" name="Text Placeholder 10">
            <a:extLst>
              <a:ext uri="{FF2B5EF4-FFF2-40B4-BE49-F238E27FC236}">
                <a16:creationId xmlns:a16="http://schemas.microsoft.com/office/drawing/2014/main" id="{4BEEB3E0-898E-2BE3-26F4-15A3FF454115}"/>
              </a:ext>
            </a:extLst>
          </p:cNvPr>
          <p:cNvSpPr>
            <a:spLocks noGrp="1"/>
          </p:cNvSpPr>
          <p:nvPr>
            <p:ph type="body" idx="18" hasCustomPrompt="1"/>
          </p:nvPr>
        </p:nvSpPr>
        <p:spPr>
          <a:xfrm>
            <a:off x="6550856" y="3365497"/>
            <a:ext cx="1917700" cy="1375162"/>
          </a:xfrm>
          <a:prstGeom prst="rect">
            <a:avLst/>
          </a:prstGeom>
        </p:spPr>
        <p:txBody>
          <a:bodyPr lIns="0" tIns="0" rIns="0" bIns="0" numCol="1" spcCol="252000"/>
          <a:lstStyle>
            <a:lvl1pPr marL="0" indent="0">
              <a:buFontTx/>
              <a:buNone/>
              <a:defRPr sz="1000" b="0" i="0">
                <a:solidFill>
                  <a:srgbClr val="3C3C3B"/>
                </a:solidFill>
                <a:latin typeface="Arial"/>
                <a:cs typeface="Arial"/>
              </a:defRPr>
            </a:lvl1pPr>
          </a:lstStyle>
          <a:p>
            <a:r>
              <a:rPr lang="en-AU" sz="1000">
                <a:solidFill>
                  <a:srgbClr val="3C3C3B"/>
                </a:solidFill>
                <a:latin typeface="Arial"/>
                <a:cs typeface="Arial"/>
              </a:rPr>
              <a:t>Body</a:t>
            </a:r>
            <a:r>
              <a:rPr lang="en-AU" sz="1000" spc="-5">
                <a:solidFill>
                  <a:srgbClr val="3C3C3B"/>
                </a:solidFill>
                <a:latin typeface="Arial"/>
                <a:cs typeface="Arial"/>
              </a:rPr>
              <a:t> </a:t>
            </a:r>
            <a:r>
              <a:rPr lang="en-AU" sz="1000">
                <a:solidFill>
                  <a:srgbClr val="3C3C3B"/>
                </a:solidFill>
                <a:latin typeface="Arial"/>
                <a:cs typeface="Arial"/>
              </a:rPr>
              <a:t>copy</a:t>
            </a:r>
            <a:r>
              <a:rPr lang="en-AU" sz="1000" spc="-5">
                <a:solidFill>
                  <a:srgbClr val="3C3C3B"/>
                </a:solidFill>
                <a:latin typeface="Arial"/>
                <a:cs typeface="Arial"/>
              </a:rPr>
              <a:t> </a:t>
            </a:r>
            <a:r>
              <a:rPr lang="en-AU" sz="1000">
                <a:solidFill>
                  <a:srgbClr val="3C3C3B"/>
                </a:solidFill>
                <a:latin typeface="Arial"/>
                <a:cs typeface="Arial"/>
              </a:rPr>
              <a:t>small</a:t>
            </a:r>
            <a:r>
              <a:rPr lang="en-AU" sz="1000" spc="-10">
                <a:solidFill>
                  <a:srgbClr val="3C3C3B"/>
                </a:solidFill>
                <a:latin typeface="Arial"/>
                <a:cs typeface="Arial"/>
              </a:rPr>
              <a:t> </a:t>
            </a:r>
            <a:r>
              <a:rPr lang="en-AU" sz="1000">
                <a:solidFill>
                  <a:srgbClr val="3C3C3B"/>
                </a:solidFill>
                <a:latin typeface="Arial"/>
                <a:cs typeface="Arial"/>
              </a:rPr>
              <a:t>10pt</a:t>
            </a:r>
            <a:endParaRPr/>
          </a:p>
        </p:txBody>
      </p:sp>
    </p:spTree>
    <p:extLst>
      <p:ext uri="{BB962C8B-B14F-4D97-AF65-F5344CB8AC3E}">
        <p14:creationId xmlns:p14="http://schemas.microsoft.com/office/powerpoint/2010/main" val="37059543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peaker bios no image">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77850" y="736598"/>
            <a:ext cx="7988300" cy="369332"/>
          </a:xfrm>
        </p:spPr>
        <p:txBody>
          <a:bodyPr lIns="0" tIns="0" rIns="0" bIns="0"/>
          <a:lstStyle>
            <a:lvl1pPr>
              <a:defRPr sz="2400" b="0" i="0">
                <a:solidFill>
                  <a:srgbClr val="E64626"/>
                </a:solidFill>
                <a:latin typeface="Times" pitchFamily="2" charset="0"/>
                <a:cs typeface="Times New Roman"/>
              </a:defRPr>
            </a:lvl1pPr>
          </a:lstStyle>
          <a:p>
            <a:r>
              <a:rPr lang="en-US"/>
              <a:t>Speaker bios no image</a:t>
            </a:r>
            <a:endParaRPr/>
          </a:p>
        </p:txBody>
      </p:sp>
      <p:sp>
        <p:nvSpPr>
          <p:cNvPr id="12" name="Holder 1">
            <a:extLst>
              <a:ext uri="{FF2B5EF4-FFF2-40B4-BE49-F238E27FC236}">
                <a16:creationId xmlns:a16="http://schemas.microsoft.com/office/drawing/2014/main" id="{01046116-FA83-47AD-17FA-94D776E8C805}"/>
              </a:ext>
            </a:extLst>
          </p:cNvPr>
          <p:cNvSpPr>
            <a:spLocks noGrp="1"/>
          </p:cNvSpPr>
          <p:nvPr>
            <p:ph type="body" idx="15" hasCustomPrompt="1"/>
          </p:nvPr>
        </p:nvSpPr>
        <p:spPr>
          <a:xfrm>
            <a:off x="1887052" y="1426364"/>
            <a:ext cx="2960856" cy="369098"/>
          </a:xfrm>
          <a:prstGeom prst="rect">
            <a:avLst/>
          </a:prstGeom>
          <a:solidFill>
            <a:schemeClr val="accent1"/>
          </a:solidFill>
        </p:spPr>
        <p:txBody>
          <a:bodyPr lIns="251999" tIns="72000" rIns="251999" bIns="72000" numCol="1" spcCol="252000" anchor="ctr" anchorCtr="0"/>
          <a:lstStyle>
            <a:lvl1pPr marL="0" indent="0">
              <a:buFontTx/>
              <a:buNone/>
              <a:defRPr sz="1000" b="1" i="0">
                <a:solidFill>
                  <a:schemeClr val="bg1"/>
                </a:solidFill>
                <a:latin typeface="Arial"/>
                <a:cs typeface="Arial"/>
              </a:defRPr>
            </a:lvl1pPr>
          </a:lstStyle>
          <a:p>
            <a:r>
              <a:rPr lang="en-AU" sz="1000">
                <a:solidFill>
                  <a:srgbClr val="3C3C3B"/>
                </a:solidFill>
                <a:latin typeface="Arial"/>
                <a:cs typeface="Arial"/>
              </a:rPr>
              <a:t>Heading 10pt</a:t>
            </a:r>
            <a:endParaRPr/>
          </a:p>
        </p:txBody>
      </p:sp>
      <p:sp>
        <p:nvSpPr>
          <p:cNvPr id="3" name="Holder 2"/>
          <p:cNvSpPr>
            <a:spLocks noGrp="1"/>
          </p:cNvSpPr>
          <p:nvPr>
            <p:ph type="body" idx="1" hasCustomPrompt="1"/>
          </p:nvPr>
        </p:nvSpPr>
        <p:spPr>
          <a:xfrm>
            <a:off x="1887052" y="1795462"/>
            <a:ext cx="2960856" cy="2770187"/>
          </a:xfrm>
          <a:prstGeom prst="rect">
            <a:avLst/>
          </a:prstGeom>
          <a:solidFill>
            <a:schemeClr val="bg2"/>
          </a:solidFill>
        </p:spPr>
        <p:txBody>
          <a:bodyPr lIns="251999" tIns="251999" rIns="251999" bIns="251999" numCol="1" spcCol="252000"/>
          <a:lstStyle>
            <a:lvl1pPr marL="171450" indent="-171450">
              <a:buFont typeface="System Font Regular"/>
              <a:buChar char="-"/>
              <a:defRPr sz="1000" b="0" i="0">
                <a:solidFill>
                  <a:srgbClr val="3C3C3B"/>
                </a:solidFill>
                <a:latin typeface="Arial"/>
                <a:cs typeface="Arial"/>
              </a:defRPr>
            </a:lvl1pPr>
          </a:lstStyle>
          <a:p>
            <a:r>
              <a:rPr lang="en-AU" sz="1000">
                <a:solidFill>
                  <a:srgbClr val="3C3C3B"/>
                </a:solidFill>
                <a:latin typeface="Arial"/>
                <a:cs typeface="Arial"/>
              </a:rPr>
              <a:t>Body</a:t>
            </a:r>
            <a:r>
              <a:rPr lang="en-AU" sz="1000" spc="-5">
                <a:solidFill>
                  <a:srgbClr val="3C3C3B"/>
                </a:solidFill>
                <a:latin typeface="Arial"/>
                <a:cs typeface="Arial"/>
              </a:rPr>
              <a:t> </a:t>
            </a:r>
            <a:r>
              <a:rPr lang="en-AU" sz="1000">
                <a:solidFill>
                  <a:srgbClr val="3C3C3B"/>
                </a:solidFill>
                <a:latin typeface="Arial"/>
                <a:cs typeface="Arial"/>
              </a:rPr>
              <a:t>copy</a:t>
            </a:r>
            <a:r>
              <a:rPr lang="en-AU" sz="1000" spc="-5">
                <a:solidFill>
                  <a:srgbClr val="3C3C3B"/>
                </a:solidFill>
                <a:latin typeface="Arial"/>
                <a:cs typeface="Arial"/>
              </a:rPr>
              <a:t> </a:t>
            </a:r>
            <a:r>
              <a:rPr lang="en-AU" sz="1000">
                <a:solidFill>
                  <a:srgbClr val="3C3C3B"/>
                </a:solidFill>
                <a:latin typeface="Arial"/>
                <a:cs typeface="Arial"/>
              </a:rPr>
              <a:t>small</a:t>
            </a:r>
            <a:r>
              <a:rPr lang="en-AU" sz="1000" spc="-10">
                <a:solidFill>
                  <a:srgbClr val="3C3C3B"/>
                </a:solidFill>
                <a:latin typeface="Arial"/>
                <a:cs typeface="Arial"/>
              </a:rPr>
              <a:t> </a:t>
            </a:r>
            <a:r>
              <a:rPr lang="en-AU" sz="1000">
                <a:solidFill>
                  <a:srgbClr val="3C3C3B"/>
                </a:solidFill>
                <a:latin typeface="Arial"/>
                <a:cs typeface="Arial"/>
              </a:rPr>
              <a:t>10pt</a:t>
            </a:r>
          </a:p>
          <a:p>
            <a:endParaRPr lang="en-AU"/>
          </a:p>
        </p:txBody>
      </p:sp>
      <p:sp>
        <p:nvSpPr>
          <p:cNvPr id="15" name="Holder 3">
            <a:extLst>
              <a:ext uri="{FF2B5EF4-FFF2-40B4-BE49-F238E27FC236}">
                <a16:creationId xmlns:a16="http://schemas.microsoft.com/office/drawing/2014/main" id="{2593A6BD-50DF-0434-8D9C-6C5105B37941}"/>
              </a:ext>
            </a:extLst>
          </p:cNvPr>
          <p:cNvSpPr>
            <a:spLocks noGrp="1"/>
          </p:cNvSpPr>
          <p:nvPr>
            <p:ph type="body" idx="17" hasCustomPrompt="1"/>
          </p:nvPr>
        </p:nvSpPr>
        <p:spPr>
          <a:xfrm>
            <a:off x="5212958" y="1426364"/>
            <a:ext cx="2960856" cy="369098"/>
          </a:xfrm>
          <a:prstGeom prst="rect">
            <a:avLst/>
          </a:prstGeom>
          <a:solidFill>
            <a:schemeClr val="accent1"/>
          </a:solidFill>
        </p:spPr>
        <p:txBody>
          <a:bodyPr lIns="251999" tIns="72000" rIns="251999" bIns="72000" numCol="1" spcCol="252000" anchor="ctr" anchorCtr="0"/>
          <a:lstStyle>
            <a:lvl1pPr marL="0" indent="0">
              <a:buFontTx/>
              <a:buNone/>
              <a:defRPr sz="1000" b="1" i="0">
                <a:solidFill>
                  <a:schemeClr val="bg1"/>
                </a:solidFill>
                <a:latin typeface="Arial"/>
                <a:cs typeface="Arial"/>
              </a:defRPr>
            </a:lvl1pPr>
          </a:lstStyle>
          <a:p>
            <a:r>
              <a:rPr lang="en-AU" sz="1000">
                <a:solidFill>
                  <a:srgbClr val="3C3C3B"/>
                </a:solidFill>
                <a:latin typeface="Arial"/>
                <a:cs typeface="Arial"/>
              </a:rPr>
              <a:t>Heading 10pt</a:t>
            </a:r>
            <a:endParaRPr/>
          </a:p>
        </p:txBody>
      </p:sp>
      <p:sp>
        <p:nvSpPr>
          <p:cNvPr id="13" name="Holder 4">
            <a:extLst>
              <a:ext uri="{FF2B5EF4-FFF2-40B4-BE49-F238E27FC236}">
                <a16:creationId xmlns:a16="http://schemas.microsoft.com/office/drawing/2014/main" id="{980934C0-12AC-D7ED-F525-AC922980850D}"/>
              </a:ext>
            </a:extLst>
          </p:cNvPr>
          <p:cNvSpPr>
            <a:spLocks noGrp="1"/>
          </p:cNvSpPr>
          <p:nvPr>
            <p:ph type="body" idx="16" hasCustomPrompt="1"/>
          </p:nvPr>
        </p:nvSpPr>
        <p:spPr>
          <a:xfrm>
            <a:off x="5212958" y="1795462"/>
            <a:ext cx="2960856" cy="2770187"/>
          </a:xfrm>
          <a:prstGeom prst="rect">
            <a:avLst/>
          </a:prstGeom>
          <a:solidFill>
            <a:schemeClr val="bg2"/>
          </a:solidFill>
        </p:spPr>
        <p:txBody>
          <a:bodyPr lIns="251999" tIns="251999" rIns="251999" bIns="251999" numCol="1" spcCol="252000"/>
          <a:lstStyle>
            <a:lvl1pPr marL="171450" indent="-171450">
              <a:buFont typeface="System Font Regular"/>
              <a:buChar char="-"/>
              <a:defRPr sz="1000" b="0" i="0">
                <a:solidFill>
                  <a:srgbClr val="3C3C3B"/>
                </a:solidFill>
                <a:latin typeface="Arial"/>
                <a:cs typeface="Arial"/>
              </a:defRPr>
            </a:lvl1pPr>
          </a:lstStyle>
          <a:p>
            <a:r>
              <a:rPr lang="en-AU" sz="1000">
                <a:solidFill>
                  <a:srgbClr val="3C3C3B"/>
                </a:solidFill>
                <a:latin typeface="Arial"/>
                <a:cs typeface="Arial"/>
              </a:rPr>
              <a:t>Body</a:t>
            </a:r>
            <a:r>
              <a:rPr lang="en-AU" sz="1000" spc="-5">
                <a:solidFill>
                  <a:srgbClr val="3C3C3B"/>
                </a:solidFill>
                <a:latin typeface="Arial"/>
                <a:cs typeface="Arial"/>
              </a:rPr>
              <a:t> </a:t>
            </a:r>
            <a:r>
              <a:rPr lang="en-AU" sz="1000">
                <a:solidFill>
                  <a:srgbClr val="3C3C3B"/>
                </a:solidFill>
                <a:latin typeface="Arial"/>
                <a:cs typeface="Arial"/>
              </a:rPr>
              <a:t>copy</a:t>
            </a:r>
            <a:r>
              <a:rPr lang="en-AU" sz="1000" spc="-5">
                <a:solidFill>
                  <a:srgbClr val="3C3C3B"/>
                </a:solidFill>
                <a:latin typeface="Arial"/>
                <a:cs typeface="Arial"/>
              </a:rPr>
              <a:t> </a:t>
            </a:r>
            <a:r>
              <a:rPr lang="en-AU" sz="1000">
                <a:solidFill>
                  <a:srgbClr val="3C3C3B"/>
                </a:solidFill>
                <a:latin typeface="Arial"/>
                <a:cs typeface="Arial"/>
              </a:rPr>
              <a:t>small</a:t>
            </a:r>
            <a:r>
              <a:rPr lang="en-AU" sz="1000" spc="-10">
                <a:solidFill>
                  <a:srgbClr val="3C3C3B"/>
                </a:solidFill>
                <a:latin typeface="Arial"/>
                <a:cs typeface="Arial"/>
              </a:rPr>
              <a:t> </a:t>
            </a:r>
            <a:r>
              <a:rPr lang="en-AU" sz="1000">
                <a:solidFill>
                  <a:srgbClr val="3C3C3B"/>
                </a:solidFill>
                <a:latin typeface="Arial"/>
                <a:cs typeface="Arial"/>
              </a:rPr>
              <a:t>10pt</a:t>
            </a:r>
            <a:endParaRPr/>
          </a:p>
        </p:txBody>
      </p:sp>
    </p:spTree>
    <p:extLst>
      <p:ext uri="{BB962C8B-B14F-4D97-AF65-F5344CB8AC3E}">
        <p14:creationId xmlns:p14="http://schemas.microsoft.com/office/powerpoint/2010/main" val="383408068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0" tIns="0" rIns="0" bIns="0"/>
          <a:lstStyle>
            <a:lvl1pPr>
              <a:defRPr sz="2400" b="0" i="0">
                <a:solidFill>
                  <a:schemeClr val="accent1"/>
                </a:solidFill>
                <a:latin typeface="Times" pitchFamily="2" charset="0"/>
                <a:cs typeface="Times New Roman"/>
              </a:defRPr>
            </a:lvl1pPr>
          </a:lstStyle>
          <a:p>
            <a:r>
              <a:rPr lang="en-AU"/>
              <a:t>Slides without accent bar at top</a:t>
            </a:r>
            <a:endParaRPr/>
          </a:p>
        </p:txBody>
      </p:sp>
    </p:spTree>
    <p:extLst>
      <p:ext uri="{BB962C8B-B14F-4D97-AF65-F5344CB8AC3E}">
        <p14:creationId xmlns:p14="http://schemas.microsoft.com/office/powerpoint/2010/main" val="328218085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No title (line and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81663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Footer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7F195D-1D75-7971-7AE4-F2EDDB4FE0DC}"/>
              </a:ext>
              <a:ext uri="{C183D7F6-B498-43B3-948B-1728B52AA6E4}">
                <adec:decorative xmlns:adec="http://schemas.microsoft.com/office/drawing/2017/decorative" val="1"/>
              </a:ext>
            </a:extLst>
          </p:cNvPr>
          <p:cNvSpPr/>
          <p:nvPr userDrawn="1"/>
        </p:nvSpPr>
        <p:spPr>
          <a:xfrm>
            <a:off x="0" y="0"/>
            <a:ext cx="9144000" cy="971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366022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7BF0C12-4EFA-AA48-3CFD-E595F2CE757D}"/>
              </a:ext>
            </a:extLst>
          </p:cNvPr>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97474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Only - Sandstone background">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0" tIns="0" rIns="0" bIns="0"/>
          <a:lstStyle>
            <a:lvl1pPr>
              <a:defRPr sz="2400" b="0" i="0">
                <a:solidFill>
                  <a:schemeClr val="accent1"/>
                </a:solidFill>
                <a:latin typeface="Times" pitchFamily="2" charset="0"/>
                <a:cs typeface="Times New Roman"/>
              </a:defRPr>
            </a:lvl1pPr>
          </a:lstStyle>
          <a:p>
            <a:r>
              <a:rPr lang="en-AU"/>
              <a:t>Title only – Sandstone background</a:t>
            </a:r>
            <a:endParaRPr/>
          </a:p>
        </p:txBody>
      </p:sp>
    </p:spTree>
    <p:extLst>
      <p:ext uri="{BB962C8B-B14F-4D97-AF65-F5344CB8AC3E}">
        <p14:creationId xmlns:p14="http://schemas.microsoft.com/office/powerpoint/2010/main" val="1413305601"/>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Only - Light Grey backgroun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514350"/>
            <a:ext cx="7988300" cy="369332"/>
          </a:xfrm>
        </p:spPr>
        <p:txBody>
          <a:bodyPr lIns="0" tIns="0" rIns="0" bIns="0"/>
          <a:lstStyle>
            <a:lvl1pPr>
              <a:defRPr sz="2400" b="0" i="0">
                <a:solidFill>
                  <a:schemeClr val="accent1"/>
                </a:solidFill>
                <a:latin typeface="Times" pitchFamily="2" charset="0"/>
                <a:cs typeface="Times New Roman"/>
              </a:defRPr>
            </a:lvl1pPr>
          </a:lstStyle>
          <a:p>
            <a:r>
              <a:rPr lang="en-AU"/>
              <a:t>Title only – light grey background</a:t>
            </a:r>
            <a:endParaRPr/>
          </a:p>
        </p:txBody>
      </p:sp>
    </p:spTree>
    <p:extLst>
      <p:ext uri="{BB962C8B-B14F-4D97-AF65-F5344CB8AC3E}">
        <p14:creationId xmlns:p14="http://schemas.microsoft.com/office/powerpoint/2010/main" val="360716693"/>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 column, small body copy 10pt">
    <p:spTree>
      <p:nvGrpSpPr>
        <p:cNvPr id="1" name=""/>
        <p:cNvGrpSpPr/>
        <p:nvPr/>
      </p:nvGrpSpPr>
      <p:grpSpPr>
        <a:xfrm>
          <a:off x="0" y="0"/>
          <a:ext cx="0" cy="0"/>
          <a:chOff x="0" y="0"/>
          <a:chExt cx="0" cy="0"/>
        </a:xfrm>
      </p:grpSpPr>
      <p:sp>
        <p:nvSpPr>
          <p:cNvPr id="8" name="Placeholder text 2">
            <a:extLst>
              <a:ext uri="{FF2B5EF4-FFF2-40B4-BE49-F238E27FC236}">
                <a16:creationId xmlns:a16="http://schemas.microsoft.com/office/drawing/2014/main" id="{4750A85D-7EC4-4F3C-A957-3387FB721759}"/>
              </a:ext>
            </a:extLst>
          </p:cNvPr>
          <p:cNvSpPr>
            <a:spLocks noGrp="1"/>
          </p:cNvSpPr>
          <p:nvPr>
            <p:ph type="body" idx="1" hasCustomPrompt="1"/>
          </p:nvPr>
        </p:nvSpPr>
        <p:spPr>
          <a:xfrm>
            <a:off x="1892300" y="1803399"/>
            <a:ext cx="6673850" cy="2781300"/>
          </a:xfrm>
          <a:prstGeom prst="rect">
            <a:avLst/>
          </a:prstGeom>
        </p:spPr>
        <p:txBody>
          <a:bodyPr lIns="0" tIns="0" rIns="0" bIns="0" numCol="1" spcCol="252000"/>
          <a:lstStyle>
            <a:lvl1pPr marL="171450" indent="-171450">
              <a:buFont typeface="System Font Regular"/>
              <a:buChar char="-"/>
              <a:defRPr sz="1000" b="0" i="0">
                <a:solidFill>
                  <a:schemeClr val="tx1"/>
                </a:solidFill>
                <a:latin typeface="Arial"/>
                <a:cs typeface="Arial"/>
              </a:defRPr>
            </a:lvl1pPr>
            <a:lvl2pPr marL="628650" indent="-171450">
              <a:buFont typeface="System Font Regular"/>
              <a:buChar char="-"/>
              <a:defRPr sz="1000"/>
            </a:lvl2pPr>
          </a:lstStyle>
          <a:p>
            <a:r>
              <a:rPr lang="en-AU"/>
              <a:t>Click to add text</a:t>
            </a:r>
            <a:endParaRPr/>
          </a:p>
        </p:txBody>
      </p:sp>
      <p:sp>
        <p:nvSpPr>
          <p:cNvPr id="2" name="Title 1">
            <a:extLst>
              <a:ext uri="{FF2B5EF4-FFF2-40B4-BE49-F238E27FC236}">
                <a16:creationId xmlns:a16="http://schemas.microsoft.com/office/drawing/2014/main" id="{58F8334D-F6CE-6F26-F021-0B9D57834297}"/>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68301622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 column, small body copy 10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514350"/>
            <a:ext cx="7988300" cy="738664"/>
          </a:xfrm>
        </p:spPr>
        <p:txBody>
          <a:bodyPr lIns="0" tIns="0" rIns="0" bIns="0"/>
          <a:lstStyle>
            <a:lvl1pPr>
              <a:defRPr sz="2400" b="0" i="0">
                <a:solidFill>
                  <a:srgbClr val="E64626"/>
                </a:solidFill>
                <a:latin typeface="Times" pitchFamily="2" charset="0"/>
                <a:cs typeface="Times New Roman"/>
              </a:defRPr>
            </a:lvl1pPr>
          </a:lstStyle>
          <a:p>
            <a:r>
              <a:rPr lang="en-US"/>
              <a:t>Title and 2 column text box</a:t>
            </a:r>
            <a:br>
              <a:rPr lang="en-US"/>
            </a:br>
            <a:r>
              <a:rPr lang="en-US"/>
              <a:t>Small body copy</a:t>
            </a:r>
            <a:endParaRPr/>
          </a:p>
        </p:txBody>
      </p:sp>
      <p:sp>
        <p:nvSpPr>
          <p:cNvPr id="6" name="Text Placeholder 2">
            <a:extLst>
              <a:ext uri="{FF2B5EF4-FFF2-40B4-BE49-F238E27FC236}">
                <a16:creationId xmlns:a16="http://schemas.microsoft.com/office/drawing/2014/main" id="{38B76861-0B8E-1907-DDCC-D9BE0F72992B}"/>
              </a:ext>
            </a:extLst>
          </p:cNvPr>
          <p:cNvSpPr>
            <a:spLocks noGrp="1"/>
          </p:cNvSpPr>
          <p:nvPr>
            <p:ph type="body" idx="1" hasCustomPrompt="1"/>
          </p:nvPr>
        </p:nvSpPr>
        <p:spPr>
          <a:xfrm>
            <a:off x="1892300" y="1803399"/>
            <a:ext cx="6673850" cy="2781300"/>
          </a:xfrm>
          <a:prstGeom prst="rect">
            <a:avLst/>
          </a:prstGeom>
        </p:spPr>
        <p:txBody>
          <a:bodyPr lIns="0" tIns="0" rIns="0" bIns="0" numCol="2" spcCol="252000"/>
          <a:lstStyle>
            <a:lvl1pPr marL="171450" indent="-171450">
              <a:buFont typeface="System Font Regular"/>
              <a:buChar char="-"/>
              <a:defRPr sz="1000" b="0" i="0">
                <a:solidFill>
                  <a:srgbClr val="3C3C3B"/>
                </a:solidFill>
                <a:latin typeface="Arial"/>
                <a:cs typeface="Arial"/>
              </a:defRPr>
            </a:lvl1pPr>
            <a:lvl2pPr marL="628650" indent="-171450">
              <a:buFont typeface="System Font Regular"/>
              <a:buChar char="-"/>
              <a:defRPr sz="1000"/>
            </a:lvl2pPr>
          </a:lstStyle>
          <a:p>
            <a:r>
              <a:rPr lang="en-AU"/>
              <a:t>Click to add text</a:t>
            </a:r>
            <a:endParaRPr/>
          </a:p>
        </p:txBody>
      </p:sp>
    </p:spTree>
    <p:extLst>
      <p:ext uri="{BB962C8B-B14F-4D97-AF65-F5344CB8AC3E}">
        <p14:creationId xmlns:p14="http://schemas.microsoft.com/office/powerpoint/2010/main" val="411029681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 column, small body copy 10pt">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F691CD0B-A249-E00E-D26B-FCB09FEB6123}"/>
              </a:ext>
            </a:extLst>
          </p:cNvPr>
          <p:cNvSpPr>
            <a:spLocks noGrp="1"/>
          </p:cNvSpPr>
          <p:nvPr>
            <p:ph type="body" idx="1" hasCustomPrompt="1"/>
          </p:nvPr>
        </p:nvSpPr>
        <p:spPr>
          <a:xfrm>
            <a:off x="1892300" y="1803399"/>
            <a:ext cx="6673850" cy="2781300"/>
          </a:xfrm>
          <a:prstGeom prst="rect">
            <a:avLst/>
          </a:prstGeom>
        </p:spPr>
        <p:txBody>
          <a:bodyPr lIns="0" tIns="0" rIns="0" bIns="0" numCol="3" spcCol="252000"/>
          <a:lstStyle>
            <a:lvl1pPr marL="171450" indent="-171450">
              <a:buFont typeface="System Font Regular"/>
              <a:buChar char="-"/>
              <a:defRPr sz="1000" b="0" i="0">
                <a:solidFill>
                  <a:srgbClr val="3C3C3B"/>
                </a:solidFill>
                <a:latin typeface="Arial"/>
                <a:cs typeface="Arial"/>
              </a:defRPr>
            </a:lvl1pPr>
            <a:lvl2pPr marL="628650" indent="-171450">
              <a:buFont typeface="System Font Regular"/>
              <a:buChar char="-"/>
              <a:defRPr sz="1000"/>
            </a:lvl2pPr>
          </a:lstStyle>
          <a:p>
            <a:r>
              <a:rPr lang="en-AU"/>
              <a:t>Text Placeholder 2</a:t>
            </a:r>
            <a:endParaRPr/>
          </a:p>
        </p:txBody>
      </p:sp>
      <p:sp>
        <p:nvSpPr>
          <p:cNvPr id="2" name="Title 1">
            <a:extLst>
              <a:ext uri="{FF2B5EF4-FFF2-40B4-BE49-F238E27FC236}">
                <a16:creationId xmlns:a16="http://schemas.microsoft.com/office/drawing/2014/main" id="{6D60A890-DBCE-9D0B-FC1E-1FBC36406890}"/>
              </a:ext>
            </a:extLst>
          </p:cNvPr>
          <p:cNvSpPr>
            <a:spLocks noGrp="1"/>
          </p:cNvSpPr>
          <p:nvPr>
            <p:ph type="title" hasCustomPrompt="1"/>
          </p:nvPr>
        </p:nvSpPr>
        <p:spPr>
          <a:xfrm>
            <a:off x="577850" y="514350"/>
            <a:ext cx="7988300" cy="738664"/>
          </a:xfrm>
        </p:spPr>
        <p:txBody>
          <a:bodyPr lIns="0" tIns="0" rIns="0" bIns="0"/>
          <a:lstStyle>
            <a:lvl1pPr>
              <a:defRPr sz="2400" b="0" i="0">
                <a:solidFill>
                  <a:srgbClr val="E64626"/>
                </a:solidFill>
                <a:latin typeface="Times" pitchFamily="2" charset="0"/>
                <a:cs typeface="Times New Roman"/>
              </a:defRPr>
            </a:lvl1pPr>
          </a:lstStyle>
          <a:p>
            <a:r>
              <a:rPr lang="en-US"/>
              <a:t>Title and 3 column text box</a:t>
            </a:r>
            <a:br>
              <a:rPr lang="en-US"/>
            </a:br>
            <a:r>
              <a:rPr lang="en-US"/>
              <a:t>Small body copy</a:t>
            </a:r>
            <a:endParaRPr/>
          </a:p>
        </p:txBody>
      </p:sp>
    </p:spTree>
    <p:extLst>
      <p:ext uri="{BB962C8B-B14F-4D97-AF65-F5344CB8AC3E}">
        <p14:creationId xmlns:p14="http://schemas.microsoft.com/office/powerpoint/2010/main" val="346946371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 column, medium body copy 13pt">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2025C77E-CD2E-BA7A-975E-54EF9CC46D9B}"/>
              </a:ext>
            </a:extLst>
          </p:cNvPr>
          <p:cNvSpPr>
            <a:spLocks noGrp="1"/>
          </p:cNvSpPr>
          <p:nvPr>
            <p:ph type="body" sz="quarter" idx="10"/>
          </p:nvPr>
        </p:nvSpPr>
        <p:spPr>
          <a:xfrm>
            <a:off x="1881188" y="1809750"/>
            <a:ext cx="6684962" cy="2755900"/>
          </a:xfrm>
          <a:prstGeom prst="rect">
            <a:avLst/>
          </a:prstGeo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a:extLst>
              <a:ext uri="{FF2B5EF4-FFF2-40B4-BE49-F238E27FC236}">
                <a16:creationId xmlns:a16="http://schemas.microsoft.com/office/drawing/2014/main" id="{3E26E6E4-89B8-DE75-7430-4DB49BAA2C16}"/>
              </a:ext>
            </a:extLst>
          </p:cNvPr>
          <p:cNvSpPr>
            <a:spLocks noGrp="1"/>
          </p:cNvSpPr>
          <p:nvPr>
            <p:ph type="title" hasCustomPrompt="1"/>
          </p:nvPr>
        </p:nvSpPr>
        <p:spPr>
          <a:xfrm>
            <a:off x="577850" y="514350"/>
            <a:ext cx="7988300" cy="738664"/>
          </a:xfrm>
        </p:spPr>
        <p:txBody>
          <a:bodyPr lIns="0" tIns="0" rIns="0" bIns="0"/>
          <a:lstStyle>
            <a:lvl1pPr>
              <a:defRPr sz="2400" b="0" i="0">
                <a:solidFill>
                  <a:srgbClr val="E64626"/>
                </a:solidFill>
                <a:latin typeface="Times" pitchFamily="2" charset="0"/>
                <a:cs typeface="Times New Roman"/>
              </a:defRPr>
            </a:lvl1pPr>
          </a:lstStyle>
          <a:p>
            <a:r>
              <a:rPr lang="en-US"/>
              <a:t>Title and 1 column text box</a:t>
            </a:r>
            <a:br>
              <a:rPr lang="en-US"/>
            </a:br>
            <a:r>
              <a:rPr lang="en-US"/>
              <a:t>Medium body copy</a:t>
            </a:r>
            <a:endParaRPr/>
          </a:p>
        </p:txBody>
      </p:sp>
    </p:spTree>
    <p:extLst>
      <p:ext uri="{BB962C8B-B14F-4D97-AF65-F5344CB8AC3E}">
        <p14:creationId xmlns:p14="http://schemas.microsoft.com/office/powerpoint/2010/main" val="186533467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 column, medium body copy 13pt">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5AE129D5-BC83-5BC6-7696-A62ABBA7068D}"/>
              </a:ext>
            </a:extLst>
          </p:cNvPr>
          <p:cNvSpPr>
            <a:spLocks noGrp="1"/>
          </p:cNvSpPr>
          <p:nvPr>
            <p:ph type="body" sz="quarter" idx="10"/>
          </p:nvPr>
        </p:nvSpPr>
        <p:spPr>
          <a:xfrm>
            <a:off x="1881188" y="1809750"/>
            <a:ext cx="3224212" cy="2755900"/>
          </a:xfrm>
          <a:prstGeom prst="rect">
            <a:avLst/>
          </a:prstGeo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3">
            <a:extLst>
              <a:ext uri="{FF2B5EF4-FFF2-40B4-BE49-F238E27FC236}">
                <a16:creationId xmlns:a16="http://schemas.microsoft.com/office/drawing/2014/main" id="{AEE874E2-82AB-542D-E56B-2FB8466A88DC}"/>
              </a:ext>
            </a:extLst>
          </p:cNvPr>
          <p:cNvSpPr>
            <a:spLocks noGrp="1"/>
          </p:cNvSpPr>
          <p:nvPr>
            <p:ph type="body" sz="quarter" idx="11"/>
          </p:nvPr>
        </p:nvSpPr>
        <p:spPr>
          <a:xfrm>
            <a:off x="5330969" y="1809750"/>
            <a:ext cx="3224212" cy="2755900"/>
          </a:xfrm>
          <a:prstGeom prst="rect">
            <a:avLst/>
          </a:prstGeo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a:extLst>
              <a:ext uri="{FF2B5EF4-FFF2-40B4-BE49-F238E27FC236}">
                <a16:creationId xmlns:a16="http://schemas.microsoft.com/office/drawing/2014/main" id="{C318EBB7-A22D-DEA0-3883-7D6A226ED304}"/>
              </a:ext>
            </a:extLst>
          </p:cNvPr>
          <p:cNvSpPr>
            <a:spLocks noGrp="1"/>
          </p:cNvSpPr>
          <p:nvPr>
            <p:ph type="title" hasCustomPrompt="1"/>
          </p:nvPr>
        </p:nvSpPr>
        <p:spPr>
          <a:xfrm>
            <a:off x="577850" y="514350"/>
            <a:ext cx="7988300" cy="738664"/>
          </a:xfrm>
        </p:spPr>
        <p:txBody>
          <a:bodyPr lIns="0" tIns="0" rIns="0" bIns="0"/>
          <a:lstStyle>
            <a:lvl1pPr>
              <a:defRPr sz="2400" b="0" i="0">
                <a:solidFill>
                  <a:srgbClr val="E64626"/>
                </a:solidFill>
                <a:latin typeface="Times" pitchFamily="2" charset="0"/>
                <a:cs typeface="Times New Roman"/>
              </a:defRPr>
            </a:lvl1pPr>
          </a:lstStyle>
          <a:p>
            <a:r>
              <a:rPr lang="en-US"/>
              <a:t>Title and 2 column text box</a:t>
            </a:r>
            <a:br>
              <a:rPr lang="en-US"/>
            </a:br>
            <a:r>
              <a:rPr lang="en-US"/>
              <a:t>Medium body copy</a:t>
            </a:r>
            <a:endParaRPr/>
          </a:p>
        </p:txBody>
      </p:sp>
    </p:spTree>
    <p:extLst>
      <p:ext uri="{BB962C8B-B14F-4D97-AF65-F5344CB8AC3E}">
        <p14:creationId xmlns:p14="http://schemas.microsoft.com/office/powerpoint/2010/main" val="283904323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3 column, medium body copy 13pt">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A89C3E4A-3CEE-6A06-BFB0-526F77478D2D}"/>
              </a:ext>
            </a:extLst>
          </p:cNvPr>
          <p:cNvSpPr>
            <a:spLocks noGrp="1"/>
          </p:cNvSpPr>
          <p:nvPr>
            <p:ph type="body" sz="quarter" idx="10"/>
          </p:nvPr>
        </p:nvSpPr>
        <p:spPr>
          <a:xfrm>
            <a:off x="1881188" y="1814829"/>
            <a:ext cx="1954832" cy="2755900"/>
          </a:xfrm>
          <a:prstGeom prst="rect">
            <a:avLst/>
          </a:prstGeo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a:t>Click to edit Master text styles</a:t>
            </a:r>
          </a:p>
          <a:p>
            <a:pPr lvl="1"/>
            <a:r>
              <a:rPr lang="en-GB"/>
              <a:t>Second level</a:t>
            </a:r>
          </a:p>
          <a:p>
            <a:pPr lvl="2"/>
            <a:r>
              <a:rPr lang="en-GB"/>
              <a:t>Third level</a:t>
            </a:r>
            <a:endParaRPr lang="en-US"/>
          </a:p>
        </p:txBody>
      </p:sp>
      <p:sp>
        <p:nvSpPr>
          <p:cNvPr id="5" name="Text Placeholder 3">
            <a:extLst>
              <a:ext uri="{FF2B5EF4-FFF2-40B4-BE49-F238E27FC236}">
                <a16:creationId xmlns:a16="http://schemas.microsoft.com/office/drawing/2014/main" id="{1DFC8A7E-2401-E620-E338-5D28D2506876}"/>
              </a:ext>
            </a:extLst>
          </p:cNvPr>
          <p:cNvSpPr>
            <a:spLocks noGrp="1"/>
          </p:cNvSpPr>
          <p:nvPr>
            <p:ph type="body" sz="quarter" idx="14"/>
          </p:nvPr>
        </p:nvSpPr>
        <p:spPr>
          <a:xfrm>
            <a:off x="4250315" y="1814829"/>
            <a:ext cx="1954832" cy="2755900"/>
          </a:xfrm>
          <a:prstGeom prst="rect">
            <a:avLst/>
          </a:prstGeo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a:t>Click to edit Master text styles</a:t>
            </a:r>
          </a:p>
          <a:p>
            <a:pPr lvl="1"/>
            <a:r>
              <a:rPr lang="en-GB"/>
              <a:t>Second level</a:t>
            </a:r>
          </a:p>
          <a:p>
            <a:pPr lvl="2"/>
            <a:r>
              <a:rPr lang="en-GB"/>
              <a:t>Third level</a:t>
            </a:r>
            <a:endParaRPr lang="en-US"/>
          </a:p>
        </p:txBody>
      </p:sp>
      <p:sp>
        <p:nvSpPr>
          <p:cNvPr id="6" name="Text Placeholder 4">
            <a:extLst>
              <a:ext uri="{FF2B5EF4-FFF2-40B4-BE49-F238E27FC236}">
                <a16:creationId xmlns:a16="http://schemas.microsoft.com/office/drawing/2014/main" id="{E104634B-900F-6E88-EAFF-FBF5C77F1AED}"/>
              </a:ext>
            </a:extLst>
          </p:cNvPr>
          <p:cNvSpPr>
            <a:spLocks noGrp="1"/>
          </p:cNvSpPr>
          <p:nvPr>
            <p:ph type="body" sz="quarter" idx="15"/>
          </p:nvPr>
        </p:nvSpPr>
        <p:spPr>
          <a:xfrm>
            <a:off x="6544627" y="1814829"/>
            <a:ext cx="1954832" cy="2755900"/>
          </a:xfrm>
          <a:prstGeom prst="rect">
            <a:avLst/>
          </a:prstGeo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a:t>Click to edit Master text styles</a:t>
            </a:r>
          </a:p>
          <a:p>
            <a:pPr lvl="1"/>
            <a:r>
              <a:rPr lang="en-GB"/>
              <a:t>Second level</a:t>
            </a:r>
          </a:p>
          <a:p>
            <a:pPr lvl="2"/>
            <a:r>
              <a:rPr lang="en-GB"/>
              <a:t>Third level</a:t>
            </a:r>
            <a:endParaRPr lang="en-US"/>
          </a:p>
        </p:txBody>
      </p:sp>
      <p:sp>
        <p:nvSpPr>
          <p:cNvPr id="2" name="Title 1">
            <a:extLst>
              <a:ext uri="{FF2B5EF4-FFF2-40B4-BE49-F238E27FC236}">
                <a16:creationId xmlns:a16="http://schemas.microsoft.com/office/drawing/2014/main" id="{6FE5C447-82BB-3065-F7F8-2993FACA6005}"/>
              </a:ext>
            </a:extLst>
          </p:cNvPr>
          <p:cNvSpPr>
            <a:spLocks noGrp="1"/>
          </p:cNvSpPr>
          <p:nvPr>
            <p:ph type="title" hasCustomPrompt="1"/>
          </p:nvPr>
        </p:nvSpPr>
        <p:spPr>
          <a:xfrm>
            <a:off x="577850" y="514350"/>
            <a:ext cx="7988300" cy="738664"/>
          </a:xfrm>
        </p:spPr>
        <p:txBody>
          <a:bodyPr lIns="0" tIns="0" rIns="0" bIns="0"/>
          <a:lstStyle>
            <a:lvl1pPr>
              <a:defRPr sz="2400" b="0" i="0">
                <a:solidFill>
                  <a:srgbClr val="E64626"/>
                </a:solidFill>
                <a:latin typeface="Times" pitchFamily="2" charset="0"/>
                <a:cs typeface="Times New Roman"/>
              </a:defRPr>
            </a:lvl1pPr>
          </a:lstStyle>
          <a:p>
            <a:r>
              <a:rPr lang="en-US"/>
              <a:t>Title and 3 column text box</a:t>
            </a:r>
            <a:br>
              <a:rPr lang="en-US"/>
            </a:br>
            <a:r>
              <a:rPr lang="en-US"/>
              <a:t>Medium body copy</a:t>
            </a:r>
            <a:endParaRPr/>
          </a:p>
        </p:txBody>
      </p:sp>
    </p:spTree>
    <p:extLst>
      <p:ext uri="{BB962C8B-B14F-4D97-AF65-F5344CB8AC3E}">
        <p14:creationId xmlns:p14="http://schemas.microsoft.com/office/powerpoint/2010/main" val="30036842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 column, large body copy 18pt">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2025C77E-CD2E-BA7A-975E-54EF9CC46D9B}"/>
              </a:ext>
            </a:extLst>
          </p:cNvPr>
          <p:cNvSpPr>
            <a:spLocks noGrp="1"/>
          </p:cNvSpPr>
          <p:nvPr>
            <p:ph type="body" sz="quarter" idx="10"/>
          </p:nvPr>
        </p:nvSpPr>
        <p:spPr>
          <a:xfrm>
            <a:off x="1881188" y="1809750"/>
            <a:ext cx="6684962" cy="2755900"/>
          </a:xfrm>
          <a:prstGeom prst="rect">
            <a:avLst/>
          </a:prstGeom>
        </p:spPr>
        <p:txBody>
          <a:bodyPr/>
          <a:lstStyle>
            <a:lvl1pPr marL="171450" indent="-171450">
              <a:buClr>
                <a:schemeClr val="tx1"/>
              </a:buClr>
              <a:buFont typeface="System Font Regular"/>
              <a:buChar char="-"/>
              <a:defRPr sz="1800">
                <a:latin typeface="+mn-lt"/>
              </a:defRPr>
            </a:lvl1pPr>
            <a:lvl2pPr marL="628650" indent="-171450">
              <a:buClr>
                <a:schemeClr val="tx1"/>
              </a:buClr>
              <a:buFont typeface="System Font Regular"/>
              <a:buChar char="-"/>
              <a:defRPr sz="1800">
                <a:latin typeface="+mn-lt"/>
              </a:defRPr>
            </a:lvl2pPr>
            <a:lvl3pPr marL="1085850" indent="-171450">
              <a:buClr>
                <a:schemeClr val="tx1"/>
              </a:buClr>
              <a:buFont typeface="System Font Regular"/>
              <a:buChar char="-"/>
              <a:defRPr sz="1800">
                <a:latin typeface="+mn-lt"/>
              </a:defRPr>
            </a:lvl3pPr>
            <a:lvl4pPr marL="1543050" indent="-171450">
              <a:buClr>
                <a:schemeClr val="tx1"/>
              </a:buClr>
              <a:buFont typeface="System Font Regular"/>
              <a:buChar char="-"/>
              <a:defRPr sz="1800">
                <a:latin typeface="+mn-lt"/>
              </a:defRPr>
            </a:lvl4pPr>
            <a:lvl5pPr marL="2000250" indent="-171450">
              <a:buClr>
                <a:schemeClr val="tx1"/>
              </a:buClr>
              <a:buFont typeface="System Font Regular"/>
              <a:buChar char="-"/>
              <a:defRPr sz="1800">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a:extLst>
              <a:ext uri="{FF2B5EF4-FFF2-40B4-BE49-F238E27FC236}">
                <a16:creationId xmlns:a16="http://schemas.microsoft.com/office/drawing/2014/main" id="{2E3A7D94-FC97-9D5C-C395-284A560F5C5E}"/>
              </a:ext>
            </a:extLst>
          </p:cNvPr>
          <p:cNvSpPr>
            <a:spLocks noGrp="1"/>
          </p:cNvSpPr>
          <p:nvPr>
            <p:ph type="title" hasCustomPrompt="1"/>
          </p:nvPr>
        </p:nvSpPr>
        <p:spPr>
          <a:xfrm>
            <a:off x="577850" y="514350"/>
            <a:ext cx="7988300" cy="738664"/>
          </a:xfrm>
        </p:spPr>
        <p:txBody>
          <a:bodyPr lIns="0" tIns="0" rIns="0" bIns="0"/>
          <a:lstStyle>
            <a:lvl1pPr>
              <a:defRPr sz="2400" b="0" i="0">
                <a:solidFill>
                  <a:srgbClr val="E64626"/>
                </a:solidFill>
                <a:latin typeface="Times" pitchFamily="2" charset="0"/>
                <a:cs typeface="Times New Roman"/>
              </a:defRPr>
            </a:lvl1pPr>
          </a:lstStyle>
          <a:p>
            <a:r>
              <a:rPr lang="en-US"/>
              <a:t>Title and 1 column text box</a:t>
            </a:r>
            <a:br>
              <a:rPr lang="en-US"/>
            </a:br>
            <a:r>
              <a:rPr lang="en-US"/>
              <a:t>Large body copy</a:t>
            </a:r>
            <a:endParaRPr/>
          </a:p>
        </p:txBody>
      </p:sp>
    </p:spTree>
    <p:extLst>
      <p:ext uri="{BB962C8B-B14F-4D97-AF65-F5344CB8AC3E}">
        <p14:creationId xmlns:p14="http://schemas.microsoft.com/office/powerpoint/2010/main" val="418403316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1 object">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87CDED4A-4823-EF24-3881-13F93D526601}"/>
              </a:ext>
            </a:extLst>
          </p:cNvPr>
          <p:cNvSpPr>
            <a:spLocks noGrp="1"/>
          </p:cNvSpPr>
          <p:nvPr>
            <p:ph sz="half" idx="2" hasCustomPrompt="1"/>
          </p:nvPr>
        </p:nvSpPr>
        <p:spPr>
          <a:xfrm>
            <a:off x="1881188" y="1802292"/>
            <a:ext cx="6684962" cy="2763358"/>
          </a:xfrm>
          <a:prstGeom prst="rect">
            <a:avLst/>
          </a:prstGeom>
          <a:noFill/>
        </p:spPr>
        <p:txBody>
          <a:bodyPr wrap="square" lIns="0" tIns="0" rIns="0" bIns="0">
            <a:noAutofit/>
          </a:bodyPr>
          <a:lstStyle>
            <a:lvl1pPr marL="0" indent="0">
              <a:buFont typeface="System Font Regular"/>
              <a:buNone/>
              <a:defRPr sz="1000"/>
            </a:lvl1pPr>
            <a:lvl2pPr>
              <a:defRPr sz="1000"/>
            </a:lvl2pPr>
          </a:lstStyle>
          <a:p>
            <a:pPr marL="171450" marR="0" lvl="0" indent="-171450" defTabSz="914400" eaLnBrk="1" fontAlgn="auto" latinLnBrk="0" hangingPunct="1">
              <a:lnSpc>
                <a:spcPct val="100000"/>
              </a:lnSpc>
              <a:spcBef>
                <a:spcPts val="0"/>
              </a:spcBef>
              <a:spcAft>
                <a:spcPts val="0"/>
              </a:spcAft>
              <a:buClr>
                <a:schemeClr val="tx2"/>
              </a:buClr>
              <a:buSzTx/>
              <a:buFont typeface="System Font Regular"/>
              <a:buChar char="-"/>
              <a:tabLst/>
              <a:defRPr/>
            </a:pPr>
            <a:r>
              <a:rPr lang="en-AU"/>
              <a:t>Click to add text or click on icon </a:t>
            </a:r>
            <a:br>
              <a:rPr lang="en-AU"/>
            </a:br>
            <a:r>
              <a:rPr lang="en-AU"/>
              <a:t>below to add object’</a:t>
            </a:r>
          </a:p>
        </p:txBody>
      </p:sp>
      <p:sp>
        <p:nvSpPr>
          <p:cNvPr id="3" name="object 4">
            <a:extLst>
              <a:ext uri="{FF2B5EF4-FFF2-40B4-BE49-F238E27FC236}">
                <a16:creationId xmlns:a16="http://schemas.microsoft.com/office/drawing/2014/main" id="{072B83BE-F949-7430-0580-E28A8377541C}"/>
              </a:ext>
            </a:extLst>
          </p:cNvPr>
          <p:cNvSpPr txBox="1"/>
          <p:nvPr userDrawn="1"/>
        </p:nvSpPr>
        <p:spPr>
          <a:xfrm>
            <a:off x="568325" y="4725643"/>
            <a:ext cx="942975" cy="118110"/>
          </a:xfrm>
          <a:prstGeom prst="rect">
            <a:avLst/>
          </a:prstGeom>
        </p:spPr>
        <p:txBody>
          <a:bodyPr vert="horz" wrap="square" lIns="0" tIns="4445" rIns="0" bIns="0" rtlCol="0">
            <a:spAutoFit/>
          </a:bodyPr>
          <a:lstStyle/>
          <a:p>
            <a:pPr marL="12700">
              <a:lnSpc>
                <a:spcPct val="100000"/>
              </a:lnSpc>
              <a:spcBef>
                <a:spcPts val="35"/>
              </a:spcBef>
            </a:pPr>
            <a:r>
              <a:rPr sz="650">
                <a:solidFill>
                  <a:srgbClr val="3C3C3B"/>
                </a:solidFill>
                <a:latin typeface="Arial"/>
                <a:cs typeface="Arial"/>
              </a:rPr>
              <a:t>The</a:t>
            </a:r>
            <a:r>
              <a:rPr sz="650" spc="15">
                <a:solidFill>
                  <a:srgbClr val="3C3C3B"/>
                </a:solidFill>
                <a:latin typeface="Arial"/>
                <a:cs typeface="Arial"/>
              </a:rPr>
              <a:t> </a:t>
            </a:r>
            <a:r>
              <a:rPr sz="650" spc="-10">
                <a:solidFill>
                  <a:srgbClr val="3C3C3B"/>
                </a:solidFill>
                <a:latin typeface="Arial"/>
                <a:cs typeface="Arial"/>
              </a:rPr>
              <a:t>University</a:t>
            </a:r>
            <a:r>
              <a:rPr sz="650" spc="10">
                <a:solidFill>
                  <a:srgbClr val="3C3C3B"/>
                </a:solidFill>
                <a:latin typeface="Arial"/>
                <a:cs typeface="Arial"/>
              </a:rPr>
              <a:t> </a:t>
            </a:r>
            <a:r>
              <a:rPr sz="650">
                <a:solidFill>
                  <a:srgbClr val="3C3C3B"/>
                </a:solidFill>
                <a:latin typeface="Arial"/>
                <a:cs typeface="Arial"/>
              </a:rPr>
              <a:t>of</a:t>
            </a:r>
            <a:r>
              <a:rPr sz="650" spc="15">
                <a:solidFill>
                  <a:srgbClr val="3C3C3B"/>
                </a:solidFill>
                <a:latin typeface="Arial"/>
                <a:cs typeface="Arial"/>
              </a:rPr>
              <a:t> </a:t>
            </a:r>
            <a:r>
              <a:rPr sz="650" spc="-10">
                <a:solidFill>
                  <a:srgbClr val="3C3C3B"/>
                </a:solidFill>
                <a:latin typeface="Arial"/>
                <a:cs typeface="Arial"/>
              </a:rPr>
              <a:t>Sydney</a:t>
            </a:r>
            <a:endParaRPr sz="650">
              <a:latin typeface="Arial"/>
              <a:cs typeface="Arial"/>
            </a:endParaRPr>
          </a:p>
        </p:txBody>
      </p:sp>
      <p:sp>
        <p:nvSpPr>
          <p:cNvPr id="6" name="Title 1">
            <a:extLst>
              <a:ext uri="{FF2B5EF4-FFF2-40B4-BE49-F238E27FC236}">
                <a16:creationId xmlns:a16="http://schemas.microsoft.com/office/drawing/2014/main" id="{03A8BAD8-45B3-FA80-A6FD-062B923B622A}"/>
              </a:ext>
            </a:extLst>
          </p:cNvPr>
          <p:cNvSpPr>
            <a:spLocks noGrp="1"/>
          </p:cNvSpPr>
          <p:nvPr>
            <p:ph type="title" hasCustomPrompt="1"/>
          </p:nvPr>
        </p:nvSpPr>
        <p:spPr>
          <a:xfrm>
            <a:off x="577850" y="514350"/>
            <a:ext cx="7988300" cy="369332"/>
          </a:xfrm>
        </p:spPr>
        <p:txBody>
          <a:bodyPr lIns="0" tIns="0" rIns="0" bIns="0"/>
          <a:lstStyle>
            <a:lvl1pPr>
              <a:defRPr sz="2400" b="0" i="0">
                <a:solidFill>
                  <a:schemeClr val="accent1"/>
                </a:solidFill>
                <a:latin typeface="Times" pitchFamily="2" charset="0"/>
                <a:cs typeface="Times New Roman"/>
              </a:defRPr>
            </a:lvl1pPr>
          </a:lstStyle>
          <a:p>
            <a:r>
              <a:rPr lang="en-AU"/>
              <a:t>Title and 1 object</a:t>
            </a:r>
            <a:endParaRPr/>
          </a:p>
        </p:txBody>
      </p:sp>
    </p:spTree>
    <p:extLst>
      <p:ext uri="{BB962C8B-B14F-4D97-AF65-F5344CB8AC3E}">
        <p14:creationId xmlns:p14="http://schemas.microsoft.com/office/powerpoint/2010/main" val="194235119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2 object">
    <p:spTree>
      <p:nvGrpSpPr>
        <p:cNvPr id="1" name=""/>
        <p:cNvGrpSpPr/>
        <p:nvPr/>
      </p:nvGrpSpPr>
      <p:grpSpPr>
        <a:xfrm>
          <a:off x="0" y="0"/>
          <a:ext cx="0" cy="0"/>
          <a:chOff x="0" y="0"/>
          <a:chExt cx="0" cy="0"/>
        </a:xfrm>
      </p:grpSpPr>
      <p:sp>
        <p:nvSpPr>
          <p:cNvPr id="3" name="Text Placeholder 2"/>
          <p:cNvSpPr>
            <a:spLocks noGrp="1"/>
          </p:cNvSpPr>
          <p:nvPr>
            <p:ph sz="half" idx="2" hasCustomPrompt="1"/>
          </p:nvPr>
        </p:nvSpPr>
        <p:spPr>
          <a:xfrm>
            <a:off x="1881188" y="1802292"/>
            <a:ext cx="3148012" cy="2763358"/>
          </a:xfrm>
          <a:prstGeom prst="rect">
            <a:avLst/>
          </a:prstGeom>
          <a:noFill/>
        </p:spPr>
        <p:txBody>
          <a:bodyPr wrap="square" lIns="0" tIns="0" rIns="0" bIns="0">
            <a:noAutofit/>
          </a:bodyPr>
          <a:lstStyle>
            <a:lvl1pPr marL="0" indent="0">
              <a:buFont typeface="System Font Regular"/>
              <a:buNone/>
              <a:defRPr sz="1000"/>
            </a:lvl1pPr>
            <a:lvl2pPr>
              <a:defRPr sz="1000"/>
            </a:lvl2pPr>
          </a:lstStyle>
          <a:p>
            <a:pPr marL="171450" marR="0" lvl="0" indent="-171450" defTabSz="914400" eaLnBrk="1" fontAlgn="auto" latinLnBrk="0" hangingPunct="1">
              <a:lnSpc>
                <a:spcPct val="100000"/>
              </a:lnSpc>
              <a:spcBef>
                <a:spcPts val="0"/>
              </a:spcBef>
              <a:spcAft>
                <a:spcPts val="0"/>
              </a:spcAft>
              <a:buClr>
                <a:schemeClr val="tx2"/>
              </a:buClr>
              <a:buSzTx/>
              <a:buFont typeface="System Font Regular"/>
              <a:buChar char="-"/>
              <a:tabLst/>
              <a:defRPr/>
            </a:pPr>
            <a:r>
              <a:rPr lang="en-AU"/>
              <a:t>Click to add text or click on icon </a:t>
            </a:r>
            <a:br>
              <a:rPr lang="en-AU"/>
            </a:br>
            <a:r>
              <a:rPr lang="en-AU"/>
              <a:t>below to add object</a:t>
            </a:r>
          </a:p>
        </p:txBody>
      </p:sp>
      <p:sp>
        <p:nvSpPr>
          <p:cNvPr id="6" name="Text Placeholder 3">
            <a:extLst>
              <a:ext uri="{FF2B5EF4-FFF2-40B4-BE49-F238E27FC236}">
                <a16:creationId xmlns:a16="http://schemas.microsoft.com/office/drawing/2014/main" id="{BCF546AC-A09B-3B79-BF41-C9B5E391B8D5}"/>
              </a:ext>
            </a:extLst>
          </p:cNvPr>
          <p:cNvSpPr>
            <a:spLocks noGrp="1"/>
          </p:cNvSpPr>
          <p:nvPr>
            <p:ph sz="half" idx="11" hasCustomPrompt="1"/>
          </p:nvPr>
        </p:nvSpPr>
        <p:spPr>
          <a:xfrm>
            <a:off x="5418138" y="1802292"/>
            <a:ext cx="3148012" cy="2763358"/>
          </a:xfrm>
          <a:prstGeom prst="rect">
            <a:avLst/>
          </a:prstGeom>
          <a:noFill/>
        </p:spPr>
        <p:txBody>
          <a:bodyPr wrap="square" lIns="0" tIns="0" rIns="0" bIns="0">
            <a:noAutofit/>
          </a:bodyPr>
          <a:lstStyle>
            <a:lvl1pPr marL="0" indent="0">
              <a:buFont typeface="System Font Regular"/>
              <a:buNone/>
              <a:defRPr sz="1000"/>
            </a:lvl1pPr>
            <a:lvl2pPr>
              <a:defRPr sz="1000"/>
            </a:lvl2pPr>
          </a:lstStyle>
          <a:p>
            <a:pPr marL="171450" marR="0" lvl="0" indent="-171450" defTabSz="914400" eaLnBrk="1" fontAlgn="auto" latinLnBrk="0" hangingPunct="1">
              <a:lnSpc>
                <a:spcPct val="100000"/>
              </a:lnSpc>
              <a:spcBef>
                <a:spcPts val="0"/>
              </a:spcBef>
              <a:spcAft>
                <a:spcPts val="0"/>
              </a:spcAft>
              <a:buClr>
                <a:schemeClr val="tx2"/>
              </a:buClr>
              <a:buSzTx/>
              <a:buFont typeface="System Font Regular"/>
              <a:buChar char="-"/>
              <a:tabLst/>
              <a:defRPr/>
            </a:pPr>
            <a:r>
              <a:rPr lang="en-AU"/>
              <a:t>Click to add text or click on icon </a:t>
            </a:r>
            <a:br>
              <a:rPr lang="en-AU"/>
            </a:br>
            <a:r>
              <a:rPr lang="en-AU"/>
              <a:t>below to add object</a:t>
            </a:r>
          </a:p>
        </p:txBody>
      </p:sp>
      <p:sp>
        <p:nvSpPr>
          <p:cNvPr id="4" name="object 4">
            <a:extLst>
              <a:ext uri="{FF2B5EF4-FFF2-40B4-BE49-F238E27FC236}">
                <a16:creationId xmlns:a16="http://schemas.microsoft.com/office/drawing/2014/main" id="{593909B7-37E7-FB1F-A3FB-7C585D474988}"/>
              </a:ext>
            </a:extLst>
          </p:cNvPr>
          <p:cNvSpPr txBox="1"/>
          <p:nvPr userDrawn="1"/>
        </p:nvSpPr>
        <p:spPr>
          <a:xfrm>
            <a:off x="568325" y="4725643"/>
            <a:ext cx="942975" cy="118110"/>
          </a:xfrm>
          <a:prstGeom prst="rect">
            <a:avLst/>
          </a:prstGeom>
        </p:spPr>
        <p:txBody>
          <a:bodyPr vert="horz" wrap="square" lIns="0" tIns="4445" rIns="0" bIns="0" rtlCol="0">
            <a:spAutoFit/>
          </a:bodyPr>
          <a:lstStyle/>
          <a:p>
            <a:pPr marL="12700">
              <a:lnSpc>
                <a:spcPct val="100000"/>
              </a:lnSpc>
              <a:spcBef>
                <a:spcPts val="35"/>
              </a:spcBef>
            </a:pPr>
            <a:r>
              <a:rPr sz="650">
                <a:solidFill>
                  <a:srgbClr val="3C3C3B"/>
                </a:solidFill>
                <a:latin typeface="Arial"/>
                <a:cs typeface="Arial"/>
              </a:rPr>
              <a:t>The</a:t>
            </a:r>
            <a:r>
              <a:rPr sz="650" spc="15">
                <a:solidFill>
                  <a:srgbClr val="3C3C3B"/>
                </a:solidFill>
                <a:latin typeface="Arial"/>
                <a:cs typeface="Arial"/>
              </a:rPr>
              <a:t> </a:t>
            </a:r>
            <a:r>
              <a:rPr sz="650" spc="-10">
                <a:solidFill>
                  <a:srgbClr val="3C3C3B"/>
                </a:solidFill>
                <a:latin typeface="Arial"/>
                <a:cs typeface="Arial"/>
              </a:rPr>
              <a:t>University</a:t>
            </a:r>
            <a:r>
              <a:rPr sz="650" spc="10">
                <a:solidFill>
                  <a:srgbClr val="3C3C3B"/>
                </a:solidFill>
                <a:latin typeface="Arial"/>
                <a:cs typeface="Arial"/>
              </a:rPr>
              <a:t> </a:t>
            </a:r>
            <a:r>
              <a:rPr sz="650">
                <a:solidFill>
                  <a:srgbClr val="3C3C3B"/>
                </a:solidFill>
                <a:latin typeface="Arial"/>
                <a:cs typeface="Arial"/>
              </a:rPr>
              <a:t>of</a:t>
            </a:r>
            <a:r>
              <a:rPr sz="650" spc="15">
                <a:solidFill>
                  <a:srgbClr val="3C3C3B"/>
                </a:solidFill>
                <a:latin typeface="Arial"/>
                <a:cs typeface="Arial"/>
              </a:rPr>
              <a:t> </a:t>
            </a:r>
            <a:r>
              <a:rPr sz="650" spc="-10">
                <a:solidFill>
                  <a:srgbClr val="3C3C3B"/>
                </a:solidFill>
                <a:latin typeface="Arial"/>
                <a:cs typeface="Arial"/>
              </a:rPr>
              <a:t>Sydney</a:t>
            </a:r>
            <a:endParaRPr sz="650">
              <a:latin typeface="Arial"/>
              <a:cs typeface="Arial"/>
            </a:endParaRPr>
          </a:p>
        </p:txBody>
      </p:sp>
      <p:sp>
        <p:nvSpPr>
          <p:cNvPr id="5" name="Title 1">
            <a:extLst>
              <a:ext uri="{FF2B5EF4-FFF2-40B4-BE49-F238E27FC236}">
                <a16:creationId xmlns:a16="http://schemas.microsoft.com/office/drawing/2014/main" id="{598B64C5-69D6-29E7-DC8C-3D7E36B92DE5}"/>
              </a:ext>
            </a:extLst>
          </p:cNvPr>
          <p:cNvSpPr>
            <a:spLocks noGrp="1"/>
          </p:cNvSpPr>
          <p:nvPr>
            <p:ph type="title" hasCustomPrompt="1"/>
          </p:nvPr>
        </p:nvSpPr>
        <p:spPr>
          <a:xfrm>
            <a:off x="577850" y="514350"/>
            <a:ext cx="7988300" cy="369332"/>
          </a:xfrm>
        </p:spPr>
        <p:txBody>
          <a:bodyPr lIns="0" tIns="0" rIns="0" bIns="0"/>
          <a:lstStyle>
            <a:lvl1pPr>
              <a:defRPr sz="2400" b="0" i="0">
                <a:solidFill>
                  <a:schemeClr val="accent1"/>
                </a:solidFill>
                <a:latin typeface="Times" pitchFamily="2" charset="0"/>
                <a:cs typeface="Times New Roman"/>
              </a:defRPr>
            </a:lvl1pPr>
          </a:lstStyle>
          <a:p>
            <a:r>
              <a:rPr lang="en-AU"/>
              <a:t>Title and 2 objects</a:t>
            </a:r>
            <a:endParaRPr/>
          </a:p>
        </p:txBody>
      </p:sp>
    </p:spTree>
    <p:extLst>
      <p:ext uri="{BB962C8B-B14F-4D97-AF65-F5344CB8AC3E}">
        <p14:creationId xmlns:p14="http://schemas.microsoft.com/office/powerpoint/2010/main" val="32104491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 column + image, small body copy 10pt">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B0FAA322-1959-4F66-2CF0-5AB1E42AA9C6}"/>
              </a:ext>
            </a:extLst>
          </p:cNvPr>
          <p:cNvSpPr>
            <a:spLocks noGrp="1"/>
          </p:cNvSpPr>
          <p:nvPr>
            <p:ph type="body" idx="1" hasCustomPrompt="1"/>
          </p:nvPr>
        </p:nvSpPr>
        <p:spPr>
          <a:xfrm>
            <a:off x="1892300" y="1803399"/>
            <a:ext cx="4356100" cy="2781300"/>
          </a:xfrm>
          <a:prstGeom prst="rect">
            <a:avLst/>
          </a:prstGeom>
        </p:spPr>
        <p:txBody>
          <a:bodyPr lIns="0" tIns="0" rIns="0" bIns="0"/>
          <a:lstStyle>
            <a:lvl1pPr marL="171450" indent="-171450">
              <a:buFont typeface="System Font Regular"/>
              <a:buChar char="-"/>
              <a:defRPr sz="1000" b="0" i="0">
                <a:solidFill>
                  <a:srgbClr val="3C3C3B"/>
                </a:solidFill>
                <a:latin typeface="Arial"/>
                <a:cs typeface="Arial"/>
              </a:defRPr>
            </a:lvl1pPr>
            <a:lvl2pPr>
              <a:buFont typeface="System Font Regular"/>
              <a:buChar char="-"/>
              <a:defRPr sz="1000"/>
            </a:lvl2pPr>
          </a:lstStyle>
          <a:p>
            <a:r>
              <a:rPr lang="en-AU"/>
              <a:t>Click to add text</a:t>
            </a:r>
          </a:p>
        </p:txBody>
      </p:sp>
      <p:sp>
        <p:nvSpPr>
          <p:cNvPr id="7" name="Picture Placeholder 3">
            <a:extLst>
              <a:ext uri="{FF2B5EF4-FFF2-40B4-BE49-F238E27FC236}">
                <a16:creationId xmlns:a16="http://schemas.microsoft.com/office/drawing/2014/main" id="{130F62FA-786C-07E8-C52D-1D109342ADA0}"/>
              </a:ext>
            </a:extLst>
          </p:cNvPr>
          <p:cNvSpPr>
            <a:spLocks noGrp="1"/>
          </p:cNvSpPr>
          <p:nvPr>
            <p:ph type="pic" sz="quarter" idx="10" hasCustomPrompt="1"/>
          </p:nvPr>
        </p:nvSpPr>
        <p:spPr>
          <a:xfrm>
            <a:off x="6495810" y="0"/>
            <a:ext cx="2648190" cy="5143500"/>
          </a:xfrm>
          <a:prstGeom prst="rect">
            <a:avLst/>
          </a:prstGeom>
          <a:solidFill>
            <a:schemeClr val="bg1">
              <a:lumMod val="95000"/>
            </a:schemeClr>
          </a:solidFill>
        </p:spPr>
        <p:txBody>
          <a:bodyPr anchor="ctr" anchorCtr="0"/>
          <a:lstStyle>
            <a:lvl1pPr marL="0" indent="0" algn="ctr">
              <a:buNone/>
              <a:defRPr/>
            </a:lvl1pPr>
          </a:lstStyle>
          <a:p>
            <a:r>
              <a:rPr lang="en-US"/>
              <a:t>Click to add image</a:t>
            </a:r>
          </a:p>
        </p:txBody>
      </p:sp>
      <p:sp>
        <p:nvSpPr>
          <p:cNvPr id="2" name="Title 1">
            <a:extLst>
              <a:ext uri="{FF2B5EF4-FFF2-40B4-BE49-F238E27FC236}">
                <a16:creationId xmlns:a16="http://schemas.microsoft.com/office/drawing/2014/main" id="{0CDFF1E3-1C14-C1DF-E876-81BE15B669E3}"/>
              </a:ext>
            </a:extLst>
          </p:cNvPr>
          <p:cNvSpPr>
            <a:spLocks noGrp="1"/>
          </p:cNvSpPr>
          <p:nvPr>
            <p:ph type="title" hasCustomPrompt="1"/>
          </p:nvPr>
        </p:nvSpPr>
        <p:spPr>
          <a:xfrm>
            <a:off x="577850" y="514350"/>
            <a:ext cx="5670550" cy="738664"/>
          </a:xfrm>
        </p:spPr>
        <p:txBody>
          <a:bodyPr lIns="0" tIns="0" rIns="0" bIns="0"/>
          <a:lstStyle>
            <a:lvl1pPr>
              <a:defRPr sz="2400" b="0" i="0">
                <a:solidFill>
                  <a:srgbClr val="E64626"/>
                </a:solidFill>
                <a:latin typeface="Times" pitchFamily="2" charset="0"/>
                <a:cs typeface="Times New Roman"/>
              </a:defRPr>
            </a:lvl1pPr>
          </a:lstStyle>
          <a:p>
            <a:r>
              <a:rPr lang="en-US"/>
              <a:t>Title, text box and image</a:t>
            </a:r>
            <a:br>
              <a:rPr lang="en-US"/>
            </a:br>
            <a:r>
              <a:rPr lang="en-US"/>
              <a:t>Small body copy</a:t>
            </a:r>
          </a:p>
        </p:txBody>
      </p:sp>
    </p:spTree>
    <p:extLst>
      <p:ext uri="{BB962C8B-B14F-4D97-AF65-F5344CB8AC3E}">
        <p14:creationId xmlns:p14="http://schemas.microsoft.com/office/powerpoint/2010/main" val="109946551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 column + image, medium body copy 10pt">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B0FAA322-1959-4F66-2CF0-5AB1E42AA9C6}"/>
              </a:ext>
            </a:extLst>
          </p:cNvPr>
          <p:cNvSpPr>
            <a:spLocks noGrp="1"/>
          </p:cNvSpPr>
          <p:nvPr>
            <p:ph type="body" idx="1" hasCustomPrompt="1"/>
          </p:nvPr>
        </p:nvSpPr>
        <p:spPr>
          <a:xfrm>
            <a:off x="1892300" y="1803399"/>
            <a:ext cx="4356100" cy="2781300"/>
          </a:xfrm>
          <a:prstGeom prst="rect">
            <a:avLst/>
          </a:prstGeom>
        </p:spPr>
        <p:txBody>
          <a:bodyPr lIns="0" tIns="0" rIns="0" bIns="0"/>
          <a:lstStyle>
            <a:lvl1pPr marL="171450" indent="-171450">
              <a:buFont typeface="System Font Regular"/>
              <a:buChar char="-"/>
              <a:defRPr sz="1300" b="0" i="0">
                <a:solidFill>
                  <a:srgbClr val="3C3C3B"/>
                </a:solidFill>
                <a:latin typeface="Arial"/>
                <a:cs typeface="Arial"/>
              </a:defRPr>
            </a:lvl1pPr>
            <a:lvl2pPr>
              <a:buFont typeface="System Font Regular"/>
              <a:buChar char="-"/>
              <a:defRPr sz="1000"/>
            </a:lvl2pPr>
          </a:lstStyle>
          <a:p>
            <a:r>
              <a:rPr lang="en-AU"/>
              <a:t>Click to add text</a:t>
            </a:r>
          </a:p>
        </p:txBody>
      </p:sp>
      <p:sp>
        <p:nvSpPr>
          <p:cNvPr id="7" name="Picture Placeholder 3">
            <a:extLst>
              <a:ext uri="{FF2B5EF4-FFF2-40B4-BE49-F238E27FC236}">
                <a16:creationId xmlns:a16="http://schemas.microsoft.com/office/drawing/2014/main" id="{130F62FA-786C-07E8-C52D-1D109342ADA0}"/>
              </a:ext>
            </a:extLst>
          </p:cNvPr>
          <p:cNvSpPr>
            <a:spLocks noGrp="1"/>
          </p:cNvSpPr>
          <p:nvPr>
            <p:ph type="pic" sz="quarter" idx="10" hasCustomPrompt="1"/>
          </p:nvPr>
        </p:nvSpPr>
        <p:spPr>
          <a:xfrm>
            <a:off x="6495810" y="0"/>
            <a:ext cx="2648190" cy="5143500"/>
          </a:xfrm>
          <a:prstGeom prst="rect">
            <a:avLst/>
          </a:prstGeom>
          <a:solidFill>
            <a:schemeClr val="bg1">
              <a:lumMod val="95000"/>
            </a:schemeClr>
          </a:solidFill>
        </p:spPr>
        <p:txBody>
          <a:bodyPr anchor="ctr" anchorCtr="0"/>
          <a:lstStyle>
            <a:lvl1pPr marL="0" indent="0" algn="ctr">
              <a:buNone/>
              <a:defRPr/>
            </a:lvl1pPr>
          </a:lstStyle>
          <a:p>
            <a:r>
              <a:rPr lang="en-US"/>
              <a:t>Click to add image</a:t>
            </a:r>
          </a:p>
        </p:txBody>
      </p:sp>
      <p:sp>
        <p:nvSpPr>
          <p:cNvPr id="2" name="Title 1">
            <a:extLst>
              <a:ext uri="{FF2B5EF4-FFF2-40B4-BE49-F238E27FC236}">
                <a16:creationId xmlns:a16="http://schemas.microsoft.com/office/drawing/2014/main" id="{456EEB19-4E3F-B145-7FD5-34ED6F606862}"/>
              </a:ext>
            </a:extLst>
          </p:cNvPr>
          <p:cNvSpPr>
            <a:spLocks noGrp="1"/>
          </p:cNvSpPr>
          <p:nvPr>
            <p:ph type="title" hasCustomPrompt="1"/>
          </p:nvPr>
        </p:nvSpPr>
        <p:spPr>
          <a:xfrm>
            <a:off x="577850" y="514350"/>
            <a:ext cx="5670550" cy="738664"/>
          </a:xfrm>
        </p:spPr>
        <p:txBody>
          <a:bodyPr lIns="0" tIns="0" rIns="0" bIns="0"/>
          <a:lstStyle>
            <a:lvl1pPr>
              <a:defRPr sz="2400" b="0" i="0">
                <a:solidFill>
                  <a:srgbClr val="E64626"/>
                </a:solidFill>
                <a:latin typeface="Times" pitchFamily="2" charset="0"/>
                <a:cs typeface="Times New Roman"/>
              </a:defRPr>
            </a:lvl1pPr>
          </a:lstStyle>
          <a:p>
            <a:r>
              <a:rPr lang="en-US"/>
              <a:t>Title, text box and image</a:t>
            </a:r>
            <a:br>
              <a:rPr lang="en-US"/>
            </a:br>
            <a:r>
              <a:rPr lang="en-US"/>
              <a:t>Medium body copy</a:t>
            </a:r>
          </a:p>
        </p:txBody>
      </p:sp>
    </p:spTree>
    <p:extLst>
      <p:ext uri="{BB962C8B-B14F-4D97-AF65-F5344CB8AC3E}">
        <p14:creationId xmlns:p14="http://schemas.microsoft.com/office/powerpoint/2010/main" val="921839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 column + image, large body copy 18pt">
    <p:spTree>
      <p:nvGrpSpPr>
        <p:cNvPr id="1" name=""/>
        <p:cNvGrpSpPr/>
        <p:nvPr/>
      </p:nvGrpSpPr>
      <p:grpSpPr>
        <a:xfrm>
          <a:off x="0" y="0"/>
          <a:ext cx="0" cy="0"/>
          <a:chOff x="0" y="0"/>
          <a:chExt cx="0" cy="0"/>
        </a:xfrm>
      </p:grpSpPr>
      <p:sp>
        <p:nvSpPr>
          <p:cNvPr id="6" name="Holder 2">
            <a:extLst>
              <a:ext uri="{FF2B5EF4-FFF2-40B4-BE49-F238E27FC236}">
                <a16:creationId xmlns:a16="http://schemas.microsoft.com/office/drawing/2014/main" id="{B0FAA322-1959-4F66-2CF0-5AB1E42AA9C6}"/>
              </a:ext>
            </a:extLst>
          </p:cNvPr>
          <p:cNvSpPr>
            <a:spLocks noGrp="1"/>
          </p:cNvSpPr>
          <p:nvPr>
            <p:ph type="body" idx="1" hasCustomPrompt="1"/>
          </p:nvPr>
        </p:nvSpPr>
        <p:spPr>
          <a:xfrm>
            <a:off x="1892300" y="1803399"/>
            <a:ext cx="4356100" cy="2781300"/>
          </a:xfrm>
          <a:prstGeom prst="rect">
            <a:avLst/>
          </a:prstGeom>
        </p:spPr>
        <p:txBody>
          <a:bodyPr lIns="0" tIns="0" rIns="0" bIns="0"/>
          <a:lstStyle>
            <a:lvl1pPr marL="171450" indent="-171450">
              <a:buFont typeface="System Font Regular"/>
              <a:buChar char="-"/>
              <a:defRPr sz="1800" b="0" i="0">
                <a:solidFill>
                  <a:srgbClr val="3C3C3B"/>
                </a:solidFill>
                <a:latin typeface="Arial"/>
                <a:cs typeface="Arial"/>
              </a:defRPr>
            </a:lvl1pPr>
            <a:lvl2pPr>
              <a:buFont typeface="System Font Regular"/>
              <a:buChar char="-"/>
              <a:defRPr sz="1000"/>
            </a:lvl2pPr>
          </a:lstStyle>
          <a:p>
            <a:r>
              <a:rPr lang="en-AU"/>
              <a:t>Click to add text</a:t>
            </a:r>
          </a:p>
        </p:txBody>
      </p:sp>
      <p:sp>
        <p:nvSpPr>
          <p:cNvPr id="7" name="Picture Placeholder 3">
            <a:extLst>
              <a:ext uri="{FF2B5EF4-FFF2-40B4-BE49-F238E27FC236}">
                <a16:creationId xmlns:a16="http://schemas.microsoft.com/office/drawing/2014/main" id="{130F62FA-786C-07E8-C52D-1D109342ADA0}"/>
              </a:ext>
            </a:extLst>
          </p:cNvPr>
          <p:cNvSpPr>
            <a:spLocks noGrp="1"/>
          </p:cNvSpPr>
          <p:nvPr>
            <p:ph type="pic" sz="quarter" idx="10" hasCustomPrompt="1"/>
          </p:nvPr>
        </p:nvSpPr>
        <p:spPr>
          <a:xfrm>
            <a:off x="6495810" y="0"/>
            <a:ext cx="2648190" cy="5143500"/>
          </a:xfrm>
          <a:prstGeom prst="rect">
            <a:avLst/>
          </a:prstGeom>
          <a:solidFill>
            <a:schemeClr val="bg1">
              <a:lumMod val="95000"/>
            </a:schemeClr>
          </a:solidFill>
        </p:spPr>
        <p:txBody>
          <a:bodyPr anchor="ctr" anchorCtr="0"/>
          <a:lstStyle>
            <a:lvl1pPr marL="0" indent="0" algn="ctr">
              <a:buNone/>
              <a:defRPr/>
            </a:lvl1pPr>
          </a:lstStyle>
          <a:p>
            <a:r>
              <a:rPr lang="en-US"/>
              <a:t>Click to add image</a:t>
            </a:r>
          </a:p>
        </p:txBody>
      </p:sp>
      <p:sp>
        <p:nvSpPr>
          <p:cNvPr id="2" name="Title 1">
            <a:extLst>
              <a:ext uri="{FF2B5EF4-FFF2-40B4-BE49-F238E27FC236}">
                <a16:creationId xmlns:a16="http://schemas.microsoft.com/office/drawing/2014/main" id="{F65FA3C1-A213-1628-DCF0-0721D03336F1}"/>
              </a:ext>
            </a:extLst>
          </p:cNvPr>
          <p:cNvSpPr>
            <a:spLocks noGrp="1"/>
          </p:cNvSpPr>
          <p:nvPr>
            <p:ph type="title" hasCustomPrompt="1"/>
          </p:nvPr>
        </p:nvSpPr>
        <p:spPr>
          <a:xfrm>
            <a:off x="577850" y="514350"/>
            <a:ext cx="5670550" cy="738664"/>
          </a:xfrm>
        </p:spPr>
        <p:txBody>
          <a:bodyPr lIns="0" tIns="0" rIns="0" bIns="0"/>
          <a:lstStyle>
            <a:lvl1pPr>
              <a:defRPr sz="2400" b="0" i="0">
                <a:solidFill>
                  <a:srgbClr val="E64626"/>
                </a:solidFill>
                <a:latin typeface="Times" pitchFamily="2" charset="0"/>
                <a:cs typeface="Times New Roman"/>
              </a:defRPr>
            </a:lvl1pPr>
          </a:lstStyle>
          <a:p>
            <a:r>
              <a:rPr lang="en-US"/>
              <a:t>Title, text box and image</a:t>
            </a:r>
            <a:br>
              <a:rPr lang="en-US"/>
            </a:br>
            <a:r>
              <a:rPr lang="en-US"/>
              <a:t>Large body copy</a:t>
            </a:r>
          </a:p>
        </p:txBody>
      </p:sp>
    </p:spTree>
    <p:extLst>
      <p:ext uri="{BB962C8B-B14F-4D97-AF65-F5344CB8AC3E}">
        <p14:creationId xmlns:p14="http://schemas.microsoft.com/office/powerpoint/2010/main" val="161197986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Heading with image 1">
    <p:spTree>
      <p:nvGrpSpPr>
        <p:cNvPr id="1" name=""/>
        <p:cNvGrpSpPr/>
        <p:nvPr/>
      </p:nvGrpSpPr>
      <p:grpSpPr>
        <a:xfrm>
          <a:off x="0" y="0"/>
          <a:ext cx="0" cy="0"/>
          <a:chOff x="0" y="0"/>
          <a:chExt cx="0" cy="0"/>
        </a:xfrm>
      </p:grpSpPr>
      <p:sp>
        <p:nvSpPr>
          <p:cNvPr id="2" name="Holder 2"/>
          <p:cNvSpPr>
            <a:spLocks noGrp="1"/>
          </p:cNvSpPr>
          <p:nvPr>
            <p:ph type="title" hasCustomPrompt="1"/>
          </p:nvPr>
        </p:nvSpPr>
        <p:spPr>
          <a:xfrm>
            <a:off x="5339949" y="518918"/>
            <a:ext cx="3055938" cy="1107996"/>
          </a:xfrm>
        </p:spPr>
        <p:txBody>
          <a:bodyPr lIns="0" tIns="0" rIns="0" bIns="0"/>
          <a:lstStyle>
            <a:lvl1pPr>
              <a:defRPr sz="2400" b="0" i="0">
                <a:solidFill>
                  <a:srgbClr val="E64626"/>
                </a:solidFill>
                <a:latin typeface="Times" pitchFamily="2" charset="0"/>
                <a:cs typeface="Times New Roman"/>
              </a:defRPr>
            </a:lvl1pPr>
          </a:lstStyle>
          <a:p>
            <a:r>
              <a:rPr lang="en-AU"/>
              <a:t>Heading 1</a:t>
            </a:r>
            <a:br>
              <a:rPr lang="en-AU"/>
            </a:br>
            <a:r>
              <a:rPr lang="en-US"/>
              <a:t>Title, text box and image</a:t>
            </a:r>
            <a:br>
              <a:rPr lang="en-US"/>
            </a:br>
            <a:r>
              <a:rPr lang="en-US"/>
              <a:t>Medium body copy</a:t>
            </a:r>
            <a:endParaRPr/>
          </a:p>
        </p:txBody>
      </p:sp>
      <p:sp>
        <p:nvSpPr>
          <p:cNvPr id="9" name="Picture Placeholder 6">
            <a:extLst>
              <a:ext uri="{FF2B5EF4-FFF2-40B4-BE49-F238E27FC236}">
                <a16:creationId xmlns:a16="http://schemas.microsoft.com/office/drawing/2014/main" id="{3E7C6475-9E09-2C25-60AA-C01FFE5493AC}"/>
              </a:ext>
            </a:extLst>
          </p:cNvPr>
          <p:cNvSpPr>
            <a:spLocks noGrp="1"/>
          </p:cNvSpPr>
          <p:nvPr>
            <p:ph type="pic" sz="quarter" idx="10" hasCustomPrompt="1"/>
          </p:nvPr>
        </p:nvSpPr>
        <p:spPr>
          <a:xfrm>
            <a:off x="1" y="0"/>
            <a:ext cx="4571999" cy="5143500"/>
          </a:xfrm>
          <a:prstGeom prst="rect">
            <a:avLst/>
          </a:prstGeom>
          <a:solidFill>
            <a:schemeClr val="bg1">
              <a:lumMod val="95000"/>
            </a:schemeClr>
          </a:solidFill>
        </p:spPr>
        <p:txBody>
          <a:bodyPr anchor="ctr" anchorCtr="0"/>
          <a:lstStyle>
            <a:lvl1pPr marL="0" indent="0" algn="ctr">
              <a:buNone/>
              <a:defRPr/>
            </a:lvl1pPr>
          </a:lstStyle>
          <a:p>
            <a:r>
              <a:rPr lang="en-US"/>
              <a:t>Click to add image</a:t>
            </a:r>
          </a:p>
        </p:txBody>
      </p:sp>
      <p:sp>
        <p:nvSpPr>
          <p:cNvPr id="4" name="Text Placeholder 5">
            <a:extLst>
              <a:ext uri="{FF2B5EF4-FFF2-40B4-BE49-F238E27FC236}">
                <a16:creationId xmlns:a16="http://schemas.microsoft.com/office/drawing/2014/main" id="{C690FE27-A077-176C-683F-060F8B919BAD}"/>
              </a:ext>
            </a:extLst>
          </p:cNvPr>
          <p:cNvSpPr>
            <a:spLocks noGrp="1"/>
          </p:cNvSpPr>
          <p:nvPr>
            <p:ph type="body" sz="quarter" idx="11"/>
          </p:nvPr>
        </p:nvSpPr>
        <p:spPr>
          <a:xfrm>
            <a:off x="5339948" y="1885950"/>
            <a:ext cx="3055937" cy="2070100"/>
          </a:xfrm>
          <a:prstGeom prst="rect">
            <a:avLst/>
          </a:prstGeo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43652773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Heading with imag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1500" y="763150"/>
            <a:ext cx="3055938" cy="1107996"/>
          </a:xfrm>
        </p:spPr>
        <p:txBody>
          <a:bodyPr lIns="0" tIns="0" rIns="0" bIns="0"/>
          <a:lstStyle>
            <a:lvl1pPr>
              <a:defRPr sz="2400" b="0" i="0">
                <a:solidFill>
                  <a:srgbClr val="E64626"/>
                </a:solidFill>
                <a:latin typeface="Times" pitchFamily="2" charset="0"/>
                <a:cs typeface="Times New Roman"/>
              </a:defRPr>
            </a:lvl1pPr>
          </a:lstStyle>
          <a:p>
            <a:r>
              <a:rPr lang="en-AU"/>
              <a:t>Heading 2</a:t>
            </a:r>
            <a:br>
              <a:rPr lang="en-AU"/>
            </a:br>
            <a:r>
              <a:rPr lang="en-US"/>
              <a:t>Title, text box and image</a:t>
            </a:r>
            <a:br>
              <a:rPr lang="en-US"/>
            </a:br>
            <a:r>
              <a:rPr lang="en-US"/>
              <a:t>Medium body copy</a:t>
            </a:r>
            <a:endParaRPr/>
          </a:p>
        </p:txBody>
      </p:sp>
      <p:sp>
        <p:nvSpPr>
          <p:cNvPr id="4" name="Text Placeholder 2">
            <a:extLst>
              <a:ext uri="{FF2B5EF4-FFF2-40B4-BE49-F238E27FC236}">
                <a16:creationId xmlns:a16="http://schemas.microsoft.com/office/drawing/2014/main" id="{763C846B-3BBC-0A9B-343F-8DA8440D4F9F}"/>
              </a:ext>
            </a:extLst>
          </p:cNvPr>
          <p:cNvSpPr>
            <a:spLocks noGrp="1"/>
          </p:cNvSpPr>
          <p:nvPr>
            <p:ph type="body" sz="quarter" idx="11"/>
          </p:nvPr>
        </p:nvSpPr>
        <p:spPr>
          <a:xfrm>
            <a:off x="571501" y="2130182"/>
            <a:ext cx="3055937" cy="2070100"/>
          </a:xfrm>
          <a:prstGeom prst="rect">
            <a:avLst/>
          </a:prstGeo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Picture Placeholder 3">
            <a:extLst>
              <a:ext uri="{FF2B5EF4-FFF2-40B4-BE49-F238E27FC236}">
                <a16:creationId xmlns:a16="http://schemas.microsoft.com/office/drawing/2014/main" id="{9223EA41-0E53-E4BC-82D3-F2D428AADB07}"/>
              </a:ext>
            </a:extLst>
          </p:cNvPr>
          <p:cNvSpPr>
            <a:spLocks noGrp="1"/>
          </p:cNvSpPr>
          <p:nvPr>
            <p:ph type="pic" sz="quarter" idx="10" hasCustomPrompt="1"/>
          </p:nvPr>
        </p:nvSpPr>
        <p:spPr>
          <a:xfrm>
            <a:off x="4562082" y="0"/>
            <a:ext cx="4581917" cy="5143500"/>
          </a:xfrm>
          <a:prstGeom prst="rect">
            <a:avLst/>
          </a:prstGeom>
          <a:solidFill>
            <a:schemeClr val="bg1">
              <a:lumMod val="95000"/>
            </a:schemeClr>
          </a:solidFill>
        </p:spPr>
        <p:txBody>
          <a:bodyPr anchor="ctr" anchorCtr="0"/>
          <a:lstStyle>
            <a:lvl1pPr marL="0" indent="0" algn="ctr">
              <a:buNone/>
              <a:defRPr/>
            </a:lvl1pPr>
          </a:lstStyle>
          <a:p>
            <a:r>
              <a:rPr lang="en-US"/>
              <a:t>Click to add image</a:t>
            </a:r>
          </a:p>
        </p:txBody>
      </p:sp>
    </p:spTree>
    <p:extLst>
      <p:ext uri="{BB962C8B-B14F-4D97-AF65-F5344CB8AC3E}">
        <p14:creationId xmlns:p14="http://schemas.microsoft.com/office/powerpoint/2010/main" val="31226183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Heading with image 3">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06AF4810-CD2A-169B-7819-02D6EDE188AA}"/>
              </a:ext>
              <a:ext uri="{C183D7F6-B498-43B3-948B-1728B52AA6E4}">
                <adec:decorative xmlns:adec="http://schemas.microsoft.com/office/drawing/2017/decorative" val="1"/>
              </a:ext>
            </a:extLst>
          </p:cNvPr>
          <p:cNvSpPr/>
          <p:nvPr userDrawn="1"/>
        </p:nvSpPr>
        <p:spPr>
          <a:xfrm>
            <a:off x="-10677" y="0"/>
            <a:ext cx="4562082" cy="51435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71500" y="763150"/>
            <a:ext cx="3055938" cy="1107996"/>
          </a:xfrm>
        </p:spPr>
        <p:txBody>
          <a:bodyPr lIns="0" tIns="0" rIns="0" bIns="0"/>
          <a:lstStyle>
            <a:lvl1pPr>
              <a:defRPr sz="2400" b="0" i="0">
                <a:solidFill>
                  <a:srgbClr val="E64626"/>
                </a:solidFill>
                <a:latin typeface="Times" pitchFamily="2" charset="0"/>
                <a:cs typeface="Times New Roman"/>
              </a:defRPr>
            </a:lvl1pPr>
          </a:lstStyle>
          <a:p>
            <a:r>
              <a:rPr lang="en-AU"/>
              <a:t>Heading 3</a:t>
            </a:r>
            <a:br>
              <a:rPr lang="en-AU"/>
            </a:br>
            <a:r>
              <a:rPr lang="en-US"/>
              <a:t>Title, text box and image</a:t>
            </a:r>
            <a:br>
              <a:rPr lang="en-US"/>
            </a:br>
            <a:r>
              <a:rPr lang="en-US"/>
              <a:t>Medium body copy</a:t>
            </a:r>
            <a:endParaRPr/>
          </a:p>
        </p:txBody>
      </p:sp>
      <p:sp>
        <p:nvSpPr>
          <p:cNvPr id="5" name="Text Placeholder 2">
            <a:extLst>
              <a:ext uri="{FF2B5EF4-FFF2-40B4-BE49-F238E27FC236}">
                <a16:creationId xmlns:a16="http://schemas.microsoft.com/office/drawing/2014/main" id="{5A9B2E54-042A-B95A-337E-B5C4C9A5CCD2}"/>
              </a:ext>
            </a:extLst>
          </p:cNvPr>
          <p:cNvSpPr>
            <a:spLocks noGrp="1"/>
          </p:cNvSpPr>
          <p:nvPr>
            <p:ph type="body" sz="quarter" idx="11"/>
          </p:nvPr>
        </p:nvSpPr>
        <p:spPr>
          <a:xfrm>
            <a:off x="571500" y="2130182"/>
            <a:ext cx="3055937" cy="2070100"/>
          </a:xfrm>
          <a:prstGeom prst="rect">
            <a:avLst/>
          </a:prstGeo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Picture Placeholder 3">
            <a:extLst>
              <a:ext uri="{FF2B5EF4-FFF2-40B4-BE49-F238E27FC236}">
                <a16:creationId xmlns:a16="http://schemas.microsoft.com/office/drawing/2014/main" id="{BF473830-12BA-DF64-1A9E-1CAE3632CA09}"/>
              </a:ext>
            </a:extLst>
          </p:cNvPr>
          <p:cNvSpPr>
            <a:spLocks noGrp="1"/>
          </p:cNvSpPr>
          <p:nvPr>
            <p:ph type="pic" sz="quarter" idx="10" hasCustomPrompt="1"/>
          </p:nvPr>
        </p:nvSpPr>
        <p:spPr>
          <a:xfrm>
            <a:off x="4562082" y="0"/>
            <a:ext cx="4581918" cy="5143500"/>
          </a:xfrm>
          <a:prstGeom prst="rect">
            <a:avLst/>
          </a:prstGeom>
          <a:solidFill>
            <a:schemeClr val="bg1">
              <a:lumMod val="95000"/>
            </a:schemeClr>
          </a:solidFill>
        </p:spPr>
        <p:txBody>
          <a:bodyPr anchor="ctr" anchorCtr="0"/>
          <a:lstStyle>
            <a:lvl1pPr marL="0" indent="0" algn="ctr">
              <a:buNone/>
              <a:defRPr/>
            </a:lvl1pPr>
          </a:lstStyle>
          <a:p>
            <a:r>
              <a:rPr lang="en-US"/>
              <a:t>Click to add image</a:t>
            </a:r>
          </a:p>
        </p:txBody>
      </p:sp>
    </p:spTree>
    <p:extLst>
      <p:ext uri="{BB962C8B-B14F-4D97-AF65-F5344CB8AC3E}">
        <p14:creationId xmlns:p14="http://schemas.microsoft.com/office/powerpoint/2010/main" val="61485565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Heading with image 4">
    <p:spTree>
      <p:nvGrpSpPr>
        <p:cNvPr id="1" name=""/>
        <p:cNvGrpSpPr/>
        <p:nvPr/>
      </p:nvGrpSpPr>
      <p:grpSpPr>
        <a:xfrm>
          <a:off x="0" y="0"/>
          <a:ext cx="0" cy="0"/>
          <a:chOff x="0" y="0"/>
          <a:chExt cx="0" cy="0"/>
        </a:xfrm>
      </p:grpSpPr>
      <p:sp>
        <p:nvSpPr>
          <p:cNvPr id="7" name="object 0">
            <a:extLst>
              <a:ext uri="{FF2B5EF4-FFF2-40B4-BE49-F238E27FC236}">
                <a16:creationId xmlns:a16="http://schemas.microsoft.com/office/drawing/2014/main" id="{CA7413FA-6408-3254-1779-682CAAAE9ECF}"/>
              </a:ext>
              <a:ext uri="{C183D7F6-B498-43B3-948B-1728B52AA6E4}">
                <adec:decorative xmlns:adec="http://schemas.microsoft.com/office/drawing/2017/decorative" val="1"/>
              </a:ext>
            </a:extLst>
          </p:cNvPr>
          <p:cNvSpPr/>
          <p:nvPr userDrawn="1"/>
        </p:nvSpPr>
        <p:spPr>
          <a:xfrm>
            <a:off x="571500" y="590550"/>
            <a:ext cx="914400" cy="0"/>
          </a:xfrm>
          <a:custGeom>
            <a:avLst/>
            <a:gdLst/>
            <a:ahLst/>
            <a:cxnLst/>
            <a:rect l="l" t="t" r="r" b="b"/>
            <a:pathLst>
              <a:path w="914400">
                <a:moveTo>
                  <a:pt x="914400" y="0"/>
                </a:moveTo>
                <a:lnTo>
                  <a:pt x="0" y="0"/>
                </a:lnTo>
              </a:path>
            </a:pathLst>
          </a:custGeom>
          <a:ln w="9525">
            <a:solidFill>
              <a:srgbClr val="E64626"/>
            </a:solidFill>
          </a:ln>
        </p:spPr>
        <p:txBody>
          <a:bodyPr wrap="square" lIns="0" tIns="0" rIns="0" bIns="0" rtlCol="0"/>
          <a:lstStyle/>
          <a:p>
            <a:endParaRPr/>
          </a:p>
        </p:txBody>
      </p:sp>
      <p:sp>
        <p:nvSpPr>
          <p:cNvPr id="4" name="Rectangle 0">
            <a:extLst>
              <a:ext uri="{FF2B5EF4-FFF2-40B4-BE49-F238E27FC236}">
                <a16:creationId xmlns:a16="http://schemas.microsoft.com/office/drawing/2014/main" id="{D01AF305-2512-8B00-F76B-C57D232745EB}"/>
              </a:ext>
              <a:ext uri="{C183D7F6-B498-43B3-948B-1728B52AA6E4}">
                <adec:decorative xmlns:adec="http://schemas.microsoft.com/office/drawing/2017/decorative" val="1"/>
              </a:ext>
            </a:extLst>
          </p:cNvPr>
          <p:cNvSpPr/>
          <p:nvPr userDrawn="1"/>
        </p:nvSpPr>
        <p:spPr>
          <a:xfrm>
            <a:off x="0" y="0"/>
            <a:ext cx="4562082" cy="5143500"/>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71500" y="779025"/>
            <a:ext cx="3055938" cy="1107996"/>
          </a:xfrm>
        </p:spPr>
        <p:txBody>
          <a:bodyPr lIns="0" tIns="0" rIns="0" bIns="0"/>
          <a:lstStyle>
            <a:lvl1pPr>
              <a:defRPr sz="2400" b="0" i="0">
                <a:solidFill>
                  <a:schemeClr val="bg1"/>
                </a:solidFill>
                <a:latin typeface="Times" pitchFamily="2" charset="0"/>
                <a:cs typeface="Times New Roman"/>
              </a:defRPr>
            </a:lvl1pPr>
          </a:lstStyle>
          <a:p>
            <a:r>
              <a:rPr lang="en-AU"/>
              <a:t>Heading 4</a:t>
            </a:r>
            <a:br>
              <a:rPr lang="en-AU"/>
            </a:br>
            <a:r>
              <a:rPr lang="en-US"/>
              <a:t>Title, text box and image</a:t>
            </a:r>
            <a:br>
              <a:rPr lang="en-US"/>
            </a:br>
            <a:r>
              <a:rPr lang="en-US"/>
              <a:t>Medium body copy</a:t>
            </a:r>
            <a:endParaRPr/>
          </a:p>
        </p:txBody>
      </p:sp>
      <p:sp>
        <p:nvSpPr>
          <p:cNvPr id="5" name="Text Placeholder 2">
            <a:extLst>
              <a:ext uri="{FF2B5EF4-FFF2-40B4-BE49-F238E27FC236}">
                <a16:creationId xmlns:a16="http://schemas.microsoft.com/office/drawing/2014/main" id="{8A1A2B76-7231-1188-47F7-90C1CBB05242}"/>
              </a:ext>
            </a:extLst>
          </p:cNvPr>
          <p:cNvSpPr>
            <a:spLocks noGrp="1"/>
          </p:cNvSpPr>
          <p:nvPr>
            <p:ph type="body" sz="quarter" idx="11"/>
          </p:nvPr>
        </p:nvSpPr>
        <p:spPr>
          <a:xfrm>
            <a:off x="571501" y="2146057"/>
            <a:ext cx="3055937" cy="2070100"/>
          </a:xfrm>
          <a:prstGeom prst="rect">
            <a:avLst/>
          </a:prstGeom>
        </p:spPr>
        <p:txBody>
          <a:bodyPr/>
          <a:lstStyle>
            <a:lvl1pPr marL="171450" indent="-171450">
              <a:buClr>
                <a:schemeClr val="bg1"/>
              </a:buClr>
              <a:buFont typeface="System Font Regular"/>
              <a:buChar char="-"/>
              <a:defRPr sz="1300">
                <a:solidFill>
                  <a:schemeClr val="bg1"/>
                </a:solidFill>
              </a:defRPr>
            </a:lvl1pPr>
            <a:lvl2pPr marL="628650" indent="-171450">
              <a:buClr>
                <a:schemeClr val="bg1"/>
              </a:buClr>
              <a:buFont typeface="System Font Regular"/>
              <a:buChar char="-"/>
              <a:defRPr sz="1300">
                <a:solidFill>
                  <a:schemeClr val="bg1"/>
                </a:solidFill>
              </a:defRPr>
            </a:lvl2pPr>
            <a:lvl3pPr marL="1085850" indent="-171450">
              <a:buClr>
                <a:schemeClr val="bg1"/>
              </a:buClr>
              <a:buFont typeface="System Font Regular"/>
              <a:buChar char="-"/>
              <a:defRPr sz="1300">
                <a:solidFill>
                  <a:schemeClr val="bg1"/>
                </a:solidFill>
              </a:defRPr>
            </a:lvl3pPr>
            <a:lvl4pPr marL="1543050" indent="-171450">
              <a:buClr>
                <a:schemeClr val="bg1"/>
              </a:buClr>
              <a:buFont typeface="System Font Regular"/>
              <a:buChar char="-"/>
              <a:defRPr sz="1300">
                <a:solidFill>
                  <a:schemeClr val="bg1"/>
                </a:solidFill>
              </a:defRPr>
            </a:lvl4pPr>
            <a:lvl5pPr marL="2000250" indent="-171450">
              <a:buClr>
                <a:schemeClr val="bg1"/>
              </a:buClr>
              <a:buFont typeface="System Font Regular"/>
              <a:buChar char="-"/>
              <a:defRPr sz="13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Picture Placeholder 3">
            <a:extLst>
              <a:ext uri="{FF2B5EF4-FFF2-40B4-BE49-F238E27FC236}">
                <a16:creationId xmlns:a16="http://schemas.microsoft.com/office/drawing/2014/main" id="{E01BB514-CFB3-0A62-D442-0367254D28E0}"/>
              </a:ext>
            </a:extLst>
          </p:cNvPr>
          <p:cNvSpPr>
            <a:spLocks noGrp="1"/>
          </p:cNvSpPr>
          <p:nvPr>
            <p:ph type="pic" sz="quarter" idx="10" hasCustomPrompt="1"/>
          </p:nvPr>
        </p:nvSpPr>
        <p:spPr>
          <a:xfrm>
            <a:off x="4562082" y="0"/>
            <a:ext cx="4581918" cy="5143500"/>
          </a:xfrm>
          <a:prstGeom prst="rect">
            <a:avLst/>
          </a:prstGeom>
          <a:solidFill>
            <a:schemeClr val="bg1">
              <a:lumMod val="95000"/>
            </a:schemeClr>
          </a:solidFill>
        </p:spPr>
        <p:txBody>
          <a:bodyPr anchor="ctr" anchorCtr="0"/>
          <a:lstStyle>
            <a:lvl1pPr marL="0" indent="0" algn="ctr">
              <a:buNone/>
              <a:defRPr/>
            </a:lvl1pPr>
          </a:lstStyle>
          <a:p>
            <a:r>
              <a:rPr lang="en-US"/>
              <a:t>Click to add image</a:t>
            </a:r>
          </a:p>
        </p:txBody>
      </p:sp>
    </p:spTree>
    <p:extLst>
      <p:ext uri="{BB962C8B-B14F-4D97-AF65-F5344CB8AC3E}">
        <p14:creationId xmlns:p14="http://schemas.microsoft.com/office/powerpoint/2010/main" val="223958561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Heading with images 5">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8585A7-12B9-F7BC-085D-8B7FD93ECD26}"/>
              </a:ext>
              <a:ext uri="{C183D7F6-B498-43B3-948B-1728B52AA6E4}">
                <adec:decorative xmlns:adec="http://schemas.microsoft.com/office/drawing/2017/decorative" val="1"/>
              </a:ext>
            </a:extLst>
          </p:cNvPr>
          <p:cNvSpPr/>
          <p:nvPr userDrawn="1"/>
        </p:nvSpPr>
        <p:spPr>
          <a:xfrm>
            <a:off x="3882842" y="0"/>
            <a:ext cx="5261158" cy="51435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71500" y="779025"/>
            <a:ext cx="3055938" cy="1107996"/>
          </a:xfrm>
        </p:spPr>
        <p:txBody>
          <a:bodyPr lIns="0" tIns="0" rIns="0" bIns="0"/>
          <a:lstStyle>
            <a:lvl1pPr>
              <a:defRPr sz="2400" b="0" i="0">
                <a:solidFill>
                  <a:srgbClr val="E64626"/>
                </a:solidFill>
                <a:latin typeface="Times" pitchFamily="2" charset="0"/>
                <a:cs typeface="Times New Roman"/>
              </a:defRPr>
            </a:lvl1pPr>
          </a:lstStyle>
          <a:p>
            <a:r>
              <a:rPr lang="en-AU"/>
              <a:t>Heading 5</a:t>
            </a:r>
            <a:br>
              <a:rPr lang="en-AU"/>
            </a:br>
            <a:r>
              <a:rPr lang="en-US"/>
              <a:t>Title, text box + images</a:t>
            </a:r>
            <a:br>
              <a:rPr lang="en-US"/>
            </a:br>
            <a:r>
              <a:rPr lang="en-US"/>
              <a:t>Medium body copy</a:t>
            </a:r>
            <a:endParaRPr/>
          </a:p>
        </p:txBody>
      </p:sp>
      <p:sp>
        <p:nvSpPr>
          <p:cNvPr id="4" name="Text Placeholder 2">
            <a:extLst>
              <a:ext uri="{FF2B5EF4-FFF2-40B4-BE49-F238E27FC236}">
                <a16:creationId xmlns:a16="http://schemas.microsoft.com/office/drawing/2014/main" id="{86260F83-22E0-FB93-2602-46785993E99A}"/>
              </a:ext>
            </a:extLst>
          </p:cNvPr>
          <p:cNvSpPr>
            <a:spLocks noGrp="1"/>
          </p:cNvSpPr>
          <p:nvPr>
            <p:ph type="body" sz="quarter" idx="14"/>
          </p:nvPr>
        </p:nvSpPr>
        <p:spPr>
          <a:xfrm>
            <a:off x="587071" y="2146057"/>
            <a:ext cx="3055937" cy="2070100"/>
          </a:xfrm>
          <a:prstGeom prst="rect">
            <a:avLst/>
          </a:prstGeo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2" name="Picture Placeholder 3">
            <a:extLst>
              <a:ext uri="{FF2B5EF4-FFF2-40B4-BE49-F238E27FC236}">
                <a16:creationId xmlns:a16="http://schemas.microsoft.com/office/drawing/2014/main" id="{FA3D8C20-B9F8-111A-7311-B7F42789D49C}"/>
              </a:ext>
            </a:extLst>
          </p:cNvPr>
          <p:cNvSpPr>
            <a:spLocks noGrp="1"/>
          </p:cNvSpPr>
          <p:nvPr>
            <p:ph type="pic" sz="quarter" idx="10" hasCustomPrompt="1"/>
          </p:nvPr>
        </p:nvSpPr>
        <p:spPr>
          <a:xfrm>
            <a:off x="4442651" y="577850"/>
            <a:ext cx="1996249" cy="1929263"/>
          </a:xfrm>
          <a:prstGeom prst="rect">
            <a:avLst/>
          </a:prstGeom>
          <a:solidFill>
            <a:schemeClr val="bg1">
              <a:lumMod val="95000"/>
            </a:schemeClr>
          </a:solidFill>
        </p:spPr>
        <p:txBody>
          <a:bodyPr anchor="ctr" anchorCtr="0"/>
          <a:lstStyle>
            <a:lvl1pPr marL="0" indent="0" algn="ctr">
              <a:buNone/>
              <a:defRPr/>
            </a:lvl1pPr>
          </a:lstStyle>
          <a:p>
            <a:r>
              <a:rPr lang="en-US"/>
              <a:t>Click to add image</a:t>
            </a:r>
          </a:p>
        </p:txBody>
      </p:sp>
      <p:sp>
        <p:nvSpPr>
          <p:cNvPr id="23" name="Picture Placeholder 4">
            <a:extLst>
              <a:ext uri="{FF2B5EF4-FFF2-40B4-BE49-F238E27FC236}">
                <a16:creationId xmlns:a16="http://schemas.microsoft.com/office/drawing/2014/main" id="{E67DE4A2-A084-6CFF-A647-B7F40F5B3287}"/>
              </a:ext>
            </a:extLst>
          </p:cNvPr>
          <p:cNvSpPr>
            <a:spLocks noGrp="1"/>
          </p:cNvSpPr>
          <p:nvPr>
            <p:ph type="pic" sz="quarter" idx="11" hasCustomPrompt="1"/>
          </p:nvPr>
        </p:nvSpPr>
        <p:spPr>
          <a:xfrm>
            <a:off x="6568993" y="577850"/>
            <a:ext cx="1996249" cy="1929263"/>
          </a:xfrm>
          <a:prstGeom prst="rect">
            <a:avLst/>
          </a:prstGeom>
          <a:solidFill>
            <a:schemeClr val="bg1">
              <a:lumMod val="95000"/>
            </a:schemeClr>
          </a:solidFill>
        </p:spPr>
        <p:txBody>
          <a:bodyPr anchor="ctr" anchorCtr="0"/>
          <a:lstStyle>
            <a:lvl1pPr marL="0" indent="0" algn="ctr">
              <a:buNone/>
              <a:defRPr/>
            </a:lvl1pPr>
          </a:lstStyle>
          <a:p>
            <a:r>
              <a:rPr lang="en-US"/>
              <a:t>Click to add image</a:t>
            </a:r>
          </a:p>
        </p:txBody>
      </p:sp>
      <p:sp>
        <p:nvSpPr>
          <p:cNvPr id="24" name="Picture Placeholder 5">
            <a:extLst>
              <a:ext uri="{FF2B5EF4-FFF2-40B4-BE49-F238E27FC236}">
                <a16:creationId xmlns:a16="http://schemas.microsoft.com/office/drawing/2014/main" id="{047206EB-D996-0FD4-E065-E9595D10C045}"/>
              </a:ext>
            </a:extLst>
          </p:cNvPr>
          <p:cNvSpPr>
            <a:spLocks noGrp="1"/>
          </p:cNvSpPr>
          <p:nvPr>
            <p:ph type="pic" sz="quarter" idx="12" hasCustomPrompt="1"/>
          </p:nvPr>
        </p:nvSpPr>
        <p:spPr>
          <a:xfrm>
            <a:off x="4442651" y="2636387"/>
            <a:ext cx="1996249" cy="1929263"/>
          </a:xfrm>
          <a:prstGeom prst="rect">
            <a:avLst/>
          </a:prstGeom>
          <a:solidFill>
            <a:schemeClr val="bg1">
              <a:lumMod val="95000"/>
            </a:schemeClr>
          </a:solidFill>
        </p:spPr>
        <p:txBody>
          <a:bodyPr anchor="ctr" anchorCtr="0"/>
          <a:lstStyle>
            <a:lvl1pPr marL="0" indent="0" algn="ctr">
              <a:buNone/>
              <a:defRPr/>
            </a:lvl1pPr>
          </a:lstStyle>
          <a:p>
            <a:r>
              <a:rPr lang="en-US"/>
              <a:t>Click to add image</a:t>
            </a:r>
          </a:p>
        </p:txBody>
      </p:sp>
      <p:sp>
        <p:nvSpPr>
          <p:cNvPr id="25" name="Picture Placeholder 6">
            <a:extLst>
              <a:ext uri="{FF2B5EF4-FFF2-40B4-BE49-F238E27FC236}">
                <a16:creationId xmlns:a16="http://schemas.microsoft.com/office/drawing/2014/main" id="{1EDA01D0-B9B6-53CA-5A69-95C997DC2BFB}"/>
              </a:ext>
            </a:extLst>
          </p:cNvPr>
          <p:cNvSpPr>
            <a:spLocks noGrp="1"/>
          </p:cNvSpPr>
          <p:nvPr>
            <p:ph type="pic" sz="quarter" idx="13" hasCustomPrompt="1"/>
          </p:nvPr>
        </p:nvSpPr>
        <p:spPr>
          <a:xfrm>
            <a:off x="6568993" y="2636387"/>
            <a:ext cx="1996249" cy="1929263"/>
          </a:xfrm>
          <a:prstGeom prst="rect">
            <a:avLst/>
          </a:prstGeom>
          <a:solidFill>
            <a:schemeClr val="bg1">
              <a:lumMod val="95000"/>
            </a:schemeClr>
          </a:solidFill>
        </p:spPr>
        <p:txBody>
          <a:bodyPr anchor="ctr" anchorCtr="0"/>
          <a:lstStyle>
            <a:lvl1pPr marL="0" indent="0" algn="ctr">
              <a:buNone/>
              <a:defRPr/>
            </a:lvl1pPr>
          </a:lstStyle>
          <a:p>
            <a:r>
              <a:rPr lang="en-US"/>
              <a:t>Click to add image</a:t>
            </a:r>
          </a:p>
        </p:txBody>
      </p:sp>
    </p:spTree>
    <p:extLst>
      <p:ext uri="{BB962C8B-B14F-4D97-AF65-F5344CB8AC3E}">
        <p14:creationId xmlns:p14="http://schemas.microsoft.com/office/powerpoint/2010/main" val="426632046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Heading with images 6">
    <p:spTree>
      <p:nvGrpSpPr>
        <p:cNvPr id="1" name=""/>
        <p:cNvGrpSpPr/>
        <p:nvPr/>
      </p:nvGrpSpPr>
      <p:grpSpPr>
        <a:xfrm>
          <a:off x="0" y="0"/>
          <a:ext cx="0" cy="0"/>
          <a:chOff x="0" y="0"/>
          <a:chExt cx="0" cy="0"/>
        </a:xfrm>
      </p:grpSpPr>
      <p:sp>
        <p:nvSpPr>
          <p:cNvPr id="22" name="Picture Placeholder 2">
            <a:extLst>
              <a:ext uri="{FF2B5EF4-FFF2-40B4-BE49-F238E27FC236}">
                <a16:creationId xmlns:a16="http://schemas.microsoft.com/office/drawing/2014/main" id="{FA3D8C20-B9F8-111A-7311-B7F42789D49C}"/>
              </a:ext>
            </a:extLst>
          </p:cNvPr>
          <p:cNvSpPr>
            <a:spLocks noGrp="1"/>
          </p:cNvSpPr>
          <p:nvPr>
            <p:ph type="pic" sz="quarter" idx="10" hasCustomPrompt="1"/>
          </p:nvPr>
        </p:nvSpPr>
        <p:spPr>
          <a:xfrm>
            <a:off x="571500" y="1436723"/>
            <a:ext cx="2880000" cy="2961253"/>
          </a:xfrm>
          <a:prstGeom prst="rect">
            <a:avLst/>
          </a:prstGeom>
          <a:solidFill>
            <a:schemeClr val="bg1">
              <a:lumMod val="95000"/>
            </a:schemeClr>
          </a:solidFill>
        </p:spPr>
        <p:txBody>
          <a:bodyPr anchor="ctr" anchorCtr="0"/>
          <a:lstStyle>
            <a:lvl1pPr marL="0" indent="0" algn="ctr">
              <a:buNone/>
              <a:defRPr/>
            </a:lvl1pPr>
          </a:lstStyle>
          <a:p>
            <a:r>
              <a:rPr lang="en-US"/>
              <a:t>Click to add image</a:t>
            </a:r>
          </a:p>
        </p:txBody>
      </p:sp>
      <p:sp>
        <p:nvSpPr>
          <p:cNvPr id="19" name="Picture Placeholder 3">
            <a:extLst>
              <a:ext uri="{FF2B5EF4-FFF2-40B4-BE49-F238E27FC236}">
                <a16:creationId xmlns:a16="http://schemas.microsoft.com/office/drawing/2014/main" id="{3F9157D3-AB43-6EAD-7F21-F164319B311D}"/>
              </a:ext>
            </a:extLst>
          </p:cNvPr>
          <p:cNvSpPr>
            <a:spLocks noGrp="1"/>
          </p:cNvSpPr>
          <p:nvPr>
            <p:ph type="pic" sz="quarter" idx="15" hasCustomPrompt="1"/>
          </p:nvPr>
        </p:nvSpPr>
        <p:spPr>
          <a:xfrm>
            <a:off x="3574627" y="1434554"/>
            <a:ext cx="1998000" cy="1404000"/>
          </a:xfrm>
          <a:prstGeom prst="rect">
            <a:avLst/>
          </a:prstGeom>
          <a:solidFill>
            <a:schemeClr val="bg1">
              <a:lumMod val="95000"/>
            </a:schemeClr>
          </a:solidFill>
        </p:spPr>
        <p:txBody>
          <a:bodyPr anchor="ctr" anchorCtr="0"/>
          <a:lstStyle>
            <a:lvl1pPr marL="0" indent="0" algn="ctr">
              <a:buNone/>
              <a:defRPr/>
            </a:lvl1pPr>
          </a:lstStyle>
          <a:p>
            <a:r>
              <a:rPr lang="en-US"/>
              <a:t>Click to add image</a:t>
            </a:r>
          </a:p>
        </p:txBody>
      </p:sp>
      <p:sp>
        <p:nvSpPr>
          <p:cNvPr id="24" name="Picture Placeholder 4">
            <a:extLst>
              <a:ext uri="{FF2B5EF4-FFF2-40B4-BE49-F238E27FC236}">
                <a16:creationId xmlns:a16="http://schemas.microsoft.com/office/drawing/2014/main" id="{047206EB-D996-0FD4-E065-E9595D10C045}"/>
              </a:ext>
            </a:extLst>
          </p:cNvPr>
          <p:cNvSpPr>
            <a:spLocks noGrp="1"/>
          </p:cNvSpPr>
          <p:nvPr>
            <p:ph type="pic" sz="quarter" idx="12" hasCustomPrompt="1"/>
          </p:nvPr>
        </p:nvSpPr>
        <p:spPr>
          <a:xfrm>
            <a:off x="3574628" y="2957976"/>
            <a:ext cx="1996249" cy="1440000"/>
          </a:xfrm>
          <a:prstGeom prst="rect">
            <a:avLst/>
          </a:prstGeom>
          <a:solidFill>
            <a:schemeClr val="bg1">
              <a:lumMod val="95000"/>
            </a:schemeClr>
          </a:solidFill>
        </p:spPr>
        <p:txBody>
          <a:bodyPr anchor="ctr" anchorCtr="0"/>
          <a:lstStyle>
            <a:lvl1pPr marL="0" indent="0" algn="ctr">
              <a:buNone/>
              <a:defRPr/>
            </a:lvl1pPr>
          </a:lstStyle>
          <a:p>
            <a:r>
              <a:rPr lang="en-US"/>
              <a:t>Click to add image</a:t>
            </a:r>
          </a:p>
        </p:txBody>
      </p:sp>
      <p:sp>
        <p:nvSpPr>
          <p:cNvPr id="16" name="Picture Placeholder 5">
            <a:extLst>
              <a:ext uri="{FF2B5EF4-FFF2-40B4-BE49-F238E27FC236}">
                <a16:creationId xmlns:a16="http://schemas.microsoft.com/office/drawing/2014/main" id="{379C8713-47DB-6665-EC36-148C9CB7B0C5}"/>
              </a:ext>
            </a:extLst>
          </p:cNvPr>
          <p:cNvSpPr>
            <a:spLocks noGrp="1"/>
          </p:cNvSpPr>
          <p:nvPr>
            <p:ph type="pic" sz="quarter" idx="14" hasCustomPrompt="1"/>
          </p:nvPr>
        </p:nvSpPr>
        <p:spPr>
          <a:xfrm>
            <a:off x="5686150" y="1436723"/>
            <a:ext cx="2880000" cy="2961253"/>
          </a:xfrm>
          <a:prstGeom prst="rect">
            <a:avLst/>
          </a:prstGeom>
          <a:solidFill>
            <a:schemeClr val="bg1">
              <a:lumMod val="95000"/>
            </a:schemeClr>
          </a:solidFill>
        </p:spPr>
        <p:txBody>
          <a:bodyPr anchor="ctr" anchorCtr="0"/>
          <a:lstStyle>
            <a:lvl1pPr marL="0" indent="0" algn="ctr">
              <a:buNone/>
              <a:defRPr/>
            </a:lvl1pPr>
          </a:lstStyle>
          <a:p>
            <a:r>
              <a:rPr lang="en-US"/>
              <a:t>Click to add image</a:t>
            </a:r>
          </a:p>
        </p:txBody>
      </p:sp>
      <p:sp>
        <p:nvSpPr>
          <p:cNvPr id="3" name="Text Placeholder 6"/>
          <p:cNvSpPr>
            <a:spLocks noGrp="1"/>
          </p:cNvSpPr>
          <p:nvPr>
            <p:ph type="body" idx="1"/>
          </p:nvPr>
        </p:nvSpPr>
        <p:spPr>
          <a:xfrm>
            <a:off x="571500" y="4476750"/>
            <a:ext cx="7994650" cy="218174"/>
          </a:xfrm>
          <a:prstGeom prst="rect">
            <a:avLst/>
          </a:prstGeom>
        </p:spPr>
        <p:txBody>
          <a:bodyPr lIns="0" tIns="0" rIns="0" bIns="0" numCol="1" spcCol="252000"/>
          <a:lstStyle>
            <a:lvl1pPr marL="0" indent="0">
              <a:buFontTx/>
              <a:buNone/>
              <a:defRPr sz="700" b="0" i="0">
                <a:solidFill>
                  <a:srgbClr val="3C3C3B"/>
                </a:solidFill>
                <a:latin typeface="Arial"/>
                <a:cs typeface="Arial"/>
              </a:defRPr>
            </a:lvl1pPr>
          </a:lstStyle>
          <a:p>
            <a:endParaRPr/>
          </a:p>
        </p:txBody>
      </p:sp>
      <p:sp>
        <p:nvSpPr>
          <p:cNvPr id="5" name="Title">
            <a:extLst>
              <a:ext uri="{FF2B5EF4-FFF2-40B4-BE49-F238E27FC236}">
                <a16:creationId xmlns:a16="http://schemas.microsoft.com/office/drawing/2014/main" id="{A660FC81-FDB2-6847-91E7-792B3F29E3E9}"/>
              </a:ext>
            </a:extLst>
          </p:cNvPr>
          <p:cNvSpPr>
            <a:spLocks noGrp="1"/>
          </p:cNvSpPr>
          <p:nvPr>
            <p:ph type="title" hasCustomPrompt="1"/>
          </p:nvPr>
        </p:nvSpPr>
        <p:spPr>
          <a:xfrm>
            <a:off x="577850" y="514350"/>
            <a:ext cx="7988300" cy="369332"/>
          </a:xfrm>
        </p:spPr>
        <p:txBody>
          <a:bodyPr lIns="0" tIns="0" rIns="0" bIns="0"/>
          <a:lstStyle>
            <a:lvl1pPr>
              <a:defRPr sz="2400" b="0" i="0">
                <a:solidFill>
                  <a:srgbClr val="E64626"/>
                </a:solidFill>
                <a:latin typeface="Times" pitchFamily="2" charset="0"/>
                <a:cs typeface="Times New Roman"/>
              </a:defRPr>
            </a:lvl1pPr>
          </a:lstStyle>
          <a:p>
            <a:r>
              <a:rPr lang="en-AU"/>
              <a:t>Heading 6 – single line</a:t>
            </a:r>
          </a:p>
        </p:txBody>
      </p:sp>
    </p:spTree>
    <p:extLst>
      <p:ext uri="{BB962C8B-B14F-4D97-AF65-F5344CB8AC3E}">
        <p14:creationId xmlns:p14="http://schemas.microsoft.com/office/powerpoint/2010/main" val="213173142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peaker bios with image">
    <p:spTree>
      <p:nvGrpSpPr>
        <p:cNvPr id="1" name=""/>
        <p:cNvGrpSpPr/>
        <p:nvPr/>
      </p:nvGrpSpPr>
      <p:grpSpPr>
        <a:xfrm>
          <a:off x="0" y="0"/>
          <a:ext cx="0" cy="0"/>
          <a:chOff x="0" y="0"/>
          <a:chExt cx="0" cy="0"/>
        </a:xfrm>
      </p:grpSpPr>
      <p:sp>
        <p:nvSpPr>
          <p:cNvPr id="25" name="Picture Placeholder 2">
            <a:extLst>
              <a:ext uri="{FF2B5EF4-FFF2-40B4-BE49-F238E27FC236}">
                <a16:creationId xmlns:a16="http://schemas.microsoft.com/office/drawing/2014/main" id="{4BEE90D4-8B0A-FDDF-BF6B-72D8DFDC897A}"/>
              </a:ext>
            </a:extLst>
          </p:cNvPr>
          <p:cNvSpPr>
            <a:spLocks noGrp="1"/>
          </p:cNvSpPr>
          <p:nvPr>
            <p:ph type="pic" sz="quarter" idx="10" hasCustomPrompt="1"/>
          </p:nvPr>
        </p:nvSpPr>
        <p:spPr>
          <a:xfrm>
            <a:off x="1892173" y="1410798"/>
            <a:ext cx="1322070" cy="1219200"/>
          </a:xfrm>
          <a:prstGeom prst="rect">
            <a:avLst/>
          </a:prstGeom>
          <a:solidFill>
            <a:schemeClr val="bg1">
              <a:lumMod val="95000"/>
            </a:schemeClr>
          </a:solidFill>
        </p:spPr>
        <p:txBody>
          <a:bodyPr anchor="ctr" anchorCtr="0"/>
          <a:lstStyle>
            <a:lvl1pPr marL="0" indent="0" algn="ctr">
              <a:buNone/>
              <a:defRPr/>
            </a:lvl1pPr>
          </a:lstStyle>
          <a:p>
            <a:r>
              <a:rPr lang="en-US"/>
              <a:t>Click to add image</a:t>
            </a:r>
          </a:p>
        </p:txBody>
      </p:sp>
      <p:sp>
        <p:nvSpPr>
          <p:cNvPr id="16" name="Text Placeholder 3">
            <a:extLst>
              <a:ext uri="{FF2B5EF4-FFF2-40B4-BE49-F238E27FC236}">
                <a16:creationId xmlns:a16="http://schemas.microsoft.com/office/drawing/2014/main" id="{744D6788-A0C0-B174-4895-15A2149AC77C}"/>
              </a:ext>
            </a:extLst>
          </p:cNvPr>
          <p:cNvSpPr>
            <a:spLocks noGrp="1"/>
          </p:cNvSpPr>
          <p:nvPr>
            <p:ph type="body" idx="14" hasCustomPrompt="1"/>
          </p:nvPr>
        </p:nvSpPr>
        <p:spPr>
          <a:xfrm>
            <a:off x="1892173" y="2776903"/>
            <a:ext cx="1917700" cy="387734"/>
          </a:xfrm>
          <a:prstGeom prst="rect">
            <a:avLst/>
          </a:prstGeom>
        </p:spPr>
        <p:txBody>
          <a:bodyPr lIns="0" tIns="0" rIns="0" bIns="0" numCol="1" spcCol="252000"/>
          <a:lstStyle>
            <a:lvl1pPr marL="0" indent="0">
              <a:buFontTx/>
              <a:buNone/>
              <a:defRPr sz="1000" b="1" i="0">
                <a:solidFill>
                  <a:schemeClr val="accent1"/>
                </a:solidFill>
                <a:latin typeface="+mn-lt"/>
                <a:cs typeface="Arial"/>
              </a:defRPr>
            </a:lvl1pPr>
          </a:lstStyle>
          <a:p>
            <a:r>
              <a:rPr lang="en-AU" sz="1000">
                <a:solidFill>
                  <a:srgbClr val="3C3C3B"/>
                </a:solidFill>
                <a:latin typeface="Arial"/>
                <a:cs typeface="Arial"/>
              </a:rPr>
              <a:t>First Last 10pt Arial</a:t>
            </a:r>
          </a:p>
          <a:p>
            <a:r>
              <a:rPr lang="en-AU" sz="1000">
                <a:solidFill>
                  <a:srgbClr val="3C3C3B"/>
                </a:solidFill>
                <a:latin typeface="Arial"/>
                <a:cs typeface="Arial"/>
              </a:rPr>
              <a:t>Title goes here 10pt Times</a:t>
            </a:r>
            <a:endParaRPr/>
          </a:p>
        </p:txBody>
      </p:sp>
      <p:sp>
        <p:nvSpPr>
          <p:cNvPr id="3" name="Text Placeholder 4"/>
          <p:cNvSpPr>
            <a:spLocks noGrp="1"/>
          </p:cNvSpPr>
          <p:nvPr>
            <p:ph type="body" idx="1" hasCustomPrompt="1"/>
          </p:nvPr>
        </p:nvSpPr>
        <p:spPr>
          <a:xfrm>
            <a:off x="1892173" y="3365497"/>
            <a:ext cx="1917700" cy="1375162"/>
          </a:xfrm>
          <a:prstGeom prst="rect">
            <a:avLst/>
          </a:prstGeom>
        </p:spPr>
        <p:txBody>
          <a:bodyPr lIns="0" tIns="0" rIns="0" bIns="0" numCol="1" spcCol="252000"/>
          <a:lstStyle>
            <a:lvl1pPr marL="0" indent="0">
              <a:buFontTx/>
              <a:buNone/>
              <a:defRPr sz="1000" b="0" i="0">
                <a:solidFill>
                  <a:srgbClr val="3C3C3B"/>
                </a:solidFill>
                <a:latin typeface="Arial"/>
                <a:cs typeface="Arial"/>
              </a:defRPr>
            </a:lvl1pPr>
          </a:lstStyle>
          <a:p>
            <a:r>
              <a:rPr lang="en-AU" sz="1000">
                <a:solidFill>
                  <a:srgbClr val="3C3C3B"/>
                </a:solidFill>
                <a:latin typeface="Arial"/>
                <a:cs typeface="Arial"/>
              </a:rPr>
              <a:t>Body</a:t>
            </a:r>
            <a:r>
              <a:rPr lang="en-AU" sz="1000" spc="-5">
                <a:solidFill>
                  <a:srgbClr val="3C3C3B"/>
                </a:solidFill>
                <a:latin typeface="Arial"/>
                <a:cs typeface="Arial"/>
              </a:rPr>
              <a:t> </a:t>
            </a:r>
            <a:r>
              <a:rPr lang="en-AU" sz="1000">
                <a:solidFill>
                  <a:srgbClr val="3C3C3B"/>
                </a:solidFill>
                <a:latin typeface="Arial"/>
                <a:cs typeface="Arial"/>
              </a:rPr>
              <a:t>copy</a:t>
            </a:r>
            <a:r>
              <a:rPr lang="en-AU" sz="1000" spc="-5">
                <a:solidFill>
                  <a:srgbClr val="3C3C3B"/>
                </a:solidFill>
                <a:latin typeface="Arial"/>
                <a:cs typeface="Arial"/>
              </a:rPr>
              <a:t> </a:t>
            </a:r>
            <a:r>
              <a:rPr lang="en-AU" sz="1000">
                <a:solidFill>
                  <a:srgbClr val="3C3C3B"/>
                </a:solidFill>
                <a:latin typeface="Arial"/>
                <a:cs typeface="Arial"/>
              </a:rPr>
              <a:t>small</a:t>
            </a:r>
            <a:r>
              <a:rPr lang="en-AU" sz="1000" spc="-10">
                <a:solidFill>
                  <a:srgbClr val="3C3C3B"/>
                </a:solidFill>
                <a:latin typeface="Arial"/>
                <a:cs typeface="Arial"/>
              </a:rPr>
              <a:t> </a:t>
            </a:r>
            <a:r>
              <a:rPr lang="en-AU" sz="1000">
                <a:solidFill>
                  <a:srgbClr val="3C3C3B"/>
                </a:solidFill>
                <a:latin typeface="Arial"/>
                <a:cs typeface="Arial"/>
              </a:rPr>
              <a:t>10pt</a:t>
            </a:r>
            <a:endParaRPr/>
          </a:p>
        </p:txBody>
      </p:sp>
      <p:sp>
        <p:nvSpPr>
          <p:cNvPr id="26" name="Picture Placeholder 5">
            <a:extLst>
              <a:ext uri="{FF2B5EF4-FFF2-40B4-BE49-F238E27FC236}">
                <a16:creationId xmlns:a16="http://schemas.microsoft.com/office/drawing/2014/main" id="{5F9DD4CC-F211-99E0-B144-C7DF316647C9}"/>
              </a:ext>
            </a:extLst>
          </p:cNvPr>
          <p:cNvSpPr>
            <a:spLocks noGrp="1"/>
          </p:cNvSpPr>
          <p:nvPr>
            <p:ph type="pic" sz="quarter" idx="21" hasCustomPrompt="1"/>
          </p:nvPr>
        </p:nvSpPr>
        <p:spPr>
          <a:xfrm>
            <a:off x="4205194" y="1410798"/>
            <a:ext cx="1322070" cy="1219200"/>
          </a:xfrm>
          <a:prstGeom prst="rect">
            <a:avLst/>
          </a:prstGeom>
          <a:solidFill>
            <a:schemeClr val="bg1">
              <a:lumMod val="95000"/>
            </a:schemeClr>
          </a:solidFill>
        </p:spPr>
        <p:txBody>
          <a:bodyPr anchor="ctr" anchorCtr="0"/>
          <a:lstStyle>
            <a:lvl1pPr marL="0" indent="0" algn="ctr">
              <a:buNone/>
              <a:defRPr/>
            </a:lvl1pPr>
          </a:lstStyle>
          <a:p>
            <a:r>
              <a:rPr lang="en-US"/>
              <a:t>Click to add image</a:t>
            </a:r>
          </a:p>
        </p:txBody>
      </p:sp>
      <p:sp>
        <p:nvSpPr>
          <p:cNvPr id="20" name="Text Placeholder 6">
            <a:extLst>
              <a:ext uri="{FF2B5EF4-FFF2-40B4-BE49-F238E27FC236}">
                <a16:creationId xmlns:a16="http://schemas.microsoft.com/office/drawing/2014/main" id="{352B38CD-C9E2-6FCF-659C-51A52C84804C}"/>
              </a:ext>
            </a:extLst>
          </p:cNvPr>
          <p:cNvSpPr>
            <a:spLocks noGrp="1"/>
          </p:cNvSpPr>
          <p:nvPr>
            <p:ph type="body" idx="17" hasCustomPrompt="1"/>
          </p:nvPr>
        </p:nvSpPr>
        <p:spPr>
          <a:xfrm>
            <a:off x="4205194" y="2776903"/>
            <a:ext cx="1917700" cy="387734"/>
          </a:xfrm>
          <a:prstGeom prst="rect">
            <a:avLst/>
          </a:prstGeom>
        </p:spPr>
        <p:txBody>
          <a:bodyPr lIns="0" tIns="0" rIns="0" bIns="0" numCol="1" spcCol="252000"/>
          <a:lstStyle>
            <a:lvl1pPr marL="0" indent="0">
              <a:buFontTx/>
              <a:buNone/>
              <a:defRPr sz="1000" b="1" i="0">
                <a:solidFill>
                  <a:schemeClr val="accent1"/>
                </a:solidFill>
                <a:latin typeface="+mn-lt"/>
                <a:cs typeface="Arial"/>
              </a:defRPr>
            </a:lvl1pPr>
          </a:lstStyle>
          <a:p>
            <a:r>
              <a:rPr lang="en-AU" sz="1000">
                <a:solidFill>
                  <a:srgbClr val="3C3C3B"/>
                </a:solidFill>
                <a:latin typeface="Arial"/>
                <a:cs typeface="Arial"/>
              </a:rPr>
              <a:t>First Last 10pt Arial</a:t>
            </a:r>
          </a:p>
          <a:p>
            <a:r>
              <a:rPr lang="en-AU" sz="1000">
                <a:solidFill>
                  <a:srgbClr val="3C3C3B"/>
                </a:solidFill>
                <a:latin typeface="Arial"/>
                <a:cs typeface="Arial"/>
              </a:rPr>
              <a:t>Title goes here 10pt Times</a:t>
            </a:r>
            <a:endParaRPr/>
          </a:p>
        </p:txBody>
      </p:sp>
      <p:sp>
        <p:nvSpPr>
          <p:cNvPr id="17" name="Text Placeholder 7">
            <a:extLst>
              <a:ext uri="{FF2B5EF4-FFF2-40B4-BE49-F238E27FC236}">
                <a16:creationId xmlns:a16="http://schemas.microsoft.com/office/drawing/2014/main" id="{17CE8A92-798F-6C5E-0F46-EC0B5684D236}"/>
              </a:ext>
            </a:extLst>
          </p:cNvPr>
          <p:cNvSpPr>
            <a:spLocks noGrp="1"/>
          </p:cNvSpPr>
          <p:nvPr>
            <p:ph type="body" idx="15" hasCustomPrompt="1"/>
          </p:nvPr>
        </p:nvSpPr>
        <p:spPr>
          <a:xfrm>
            <a:off x="4205194" y="3365497"/>
            <a:ext cx="1917700" cy="1375162"/>
          </a:xfrm>
          <a:prstGeom prst="rect">
            <a:avLst/>
          </a:prstGeom>
        </p:spPr>
        <p:txBody>
          <a:bodyPr lIns="0" tIns="0" rIns="0" bIns="0" numCol="1" spcCol="252000"/>
          <a:lstStyle>
            <a:lvl1pPr marL="0" indent="0">
              <a:buFontTx/>
              <a:buNone/>
              <a:defRPr sz="1000" b="0" i="0">
                <a:solidFill>
                  <a:srgbClr val="3C3C3B"/>
                </a:solidFill>
                <a:latin typeface="Arial"/>
                <a:cs typeface="Arial"/>
              </a:defRPr>
            </a:lvl1pPr>
          </a:lstStyle>
          <a:p>
            <a:r>
              <a:rPr lang="en-AU" sz="1000">
                <a:solidFill>
                  <a:srgbClr val="3C3C3B"/>
                </a:solidFill>
                <a:latin typeface="Arial"/>
                <a:cs typeface="Arial"/>
              </a:rPr>
              <a:t>Body</a:t>
            </a:r>
            <a:r>
              <a:rPr lang="en-AU" sz="1000" spc="-5">
                <a:solidFill>
                  <a:srgbClr val="3C3C3B"/>
                </a:solidFill>
                <a:latin typeface="Arial"/>
                <a:cs typeface="Arial"/>
              </a:rPr>
              <a:t> </a:t>
            </a:r>
            <a:r>
              <a:rPr lang="en-AU" sz="1000">
                <a:solidFill>
                  <a:srgbClr val="3C3C3B"/>
                </a:solidFill>
                <a:latin typeface="Arial"/>
                <a:cs typeface="Arial"/>
              </a:rPr>
              <a:t>copy</a:t>
            </a:r>
            <a:r>
              <a:rPr lang="en-AU" sz="1000" spc="-5">
                <a:solidFill>
                  <a:srgbClr val="3C3C3B"/>
                </a:solidFill>
                <a:latin typeface="Arial"/>
                <a:cs typeface="Arial"/>
              </a:rPr>
              <a:t> </a:t>
            </a:r>
            <a:r>
              <a:rPr lang="en-AU" sz="1000">
                <a:solidFill>
                  <a:srgbClr val="3C3C3B"/>
                </a:solidFill>
                <a:latin typeface="Arial"/>
                <a:cs typeface="Arial"/>
              </a:rPr>
              <a:t>small</a:t>
            </a:r>
            <a:r>
              <a:rPr lang="en-AU" sz="1000" spc="-10">
                <a:solidFill>
                  <a:srgbClr val="3C3C3B"/>
                </a:solidFill>
                <a:latin typeface="Arial"/>
                <a:cs typeface="Arial"/>
              </a:rPr>
              <a:t> </a:t>
            </a:r>
            <a:r>
              <a:rPr lang="en-AU" sz="1000">
                <a:solidFill>
                  <a:srgbClr val="3C3C3B"/>
                </a:solidFill>
                <a:latin typeface="Arial"/>
                <a:cs typeface="Arial"/>
              </a:rPr>
              <a:t>10pt</a:t>
            </a:r>
            <a:endParaRPr/>
          </a:p>
        </p:txBody>
      </p:sp>
      <p:sp>
        <p:nvSpPr>
          <p:cNvPr id="27" name="Picture Placeholder 8">
            <a:extLst>
              <a:ext uri="{FF2B5EF4-FFF2-40B4-BE49-F238E27FC236}">
                <a16:creationId xmlns:a16="http://schemas.microsoft.com/office/drawing/2014/main" id="{33A6F673-B304-E705-5E66-2DBDA1BA7630}"/>
              </a:ext>
            </a:extLst>
          </p:cNvPr>
          <p:cNvSpPr>
            <a:spLocks noGrp="1"/>
          </p:cNvSpPr>
          <p:nvPr>
            <p:ph type="pic" sz="quarter" idx="22" hasCustomPrompt="1"/>
          </p:nvPr>
        </p:nvSpPr>
        <p:spPr>
          <a:xfrm>
            <a:off x="6550856" y="1410798"/>
            <a:ext cx="1322070" cy="1219200"/>
          </a:xfrm>
          <a:prstGeom prst="rect">
            <a:avLst/>
          </a:prstGeom>
          <a:solidFill>
            <a:schemeClr val="bg1">
              <a:lumMod val="95000"/>
            </a:schemeClr>
          </a:solidFill>
        </p:spPr>
        <p:txBody>
          <a:bodyPr anchor="ctr" anchorCtr="0"/>
          <a:lstStyle>
            <a:lvl1pPr marL="0" indent="0" algn="ctr">
              <a:buNone/>
              <a:defRPr/>
            </a:lvl1pPr>
          </a:lstStyle>
          <a:p>
            <a:r>
              <a:rPr lang="en-US"/>
              <a:t>Click to add image</a:t>
            </a:r>
          </a:p>
        </p:txBody>
      </p:sp>
      <p:sp>
        <p:nvSpPr>
          <p:cNvPr id="24" name="Text Placeholder 9">
            <a:extLst>
              <a:ext uri="{FF2B5EF4-FFF2-40B4-BE49-F238E27FC236}">
                <a16:creationId xmlns:a16="http://schemas.microsoft.com/office/drawing/2014/main" id="{E08F0228-3E66-E48B-74F0-3A18CDB08DAE}"/>
              </a:ext>
            </a:extLst>
          </p:cNvPr>
          <p:cNvSpPr>
            <a:spLocks noGrp="1"/>
          </p:cNvSpPr>
          <p:nvPr>
            <p:ph type="body" idx="20" hasCustomPrompt="1"/>
          </p:nvPr>
        </p:nvSpPr>
        <p:spPr>
          <a:xfrm>
            <a:off x="6550856" y="2776903"/>
            <a:ext cx="1917700" cy="387734"/>
          </a:xfrm>
          <a:prstGeom prst="rect">
            <a:avLst/>
          </a:prstGeom>
        </p:spPr>
        <p:txBody>
          <a:bodyPr lIns="0" tIns="0" rIns="0" bIns="0" numCol="1" spcCol="252000"/>
          <a:lstStyle>
            <a:lvl1pPr marL="0" indent="0">
              <a:buFontTx/>
              <a:buNone/>
              <a:defRPr sz="1000" b="1" i="0">
                <a:solidFill>
                  <a:schemeClr val="accent1"/>
                </a:solidFill>
                <a:latin typeface="+mn-lt"/>
                <a:cs typeface="Arial"/>
              </a:defRPr>
            </a:lvl1pPr>
          </a:lstStyle>
          <a:p>
            <a:r>
              <a:rPr lang="en-AU" sz="1000">
                <a:solidFill>
                  <a:srgbClr val="3C3C3B"/>
                </a:solidFill>
                <a:latin typeface="Arial"/>
                <a:cs typeface="Arial"/>
              </a:rPr>
              <a:t>First Last 10pt Arial</a:t>
            </a:r>
          </a:p>
          <a:p>
            <a:r>
              <a:rPr lang="en-AU" sz="1000">
                <a:solidFill>
                  <a:srgbClr val="3C3C3B"/>
                </a:solidFill>
                <a:latin typeface="Arial"/>
                <a:cs typeface="Arial"/>
              </a:rPr>
              <a:t>Title goes here 10pt Times</a:t>
            </a:r>
            <a:endParaRPr/>
          </a:p>
        </p:txBody>
      </p:sp>
      <p:sp>
        <p:nvSpPr>
          <p:cNvPr id="21" name="Text Placeholder 10">
            <a:extLst>
              <a:ext uri="{FF2B5EF4-FFF2-40B4-BE49-F238E27FC236}">
                <a16:creationId xmlns:a16="http://schemas.microsoft.com/office/drawing/2014/main" id="{4BEEB3E0-898E-2BE3-26F4-15A3FF454115}"/>
              </a:ext>
            </a:extLst>
          </p:cNvPr>
          <p:cNvSpPr>
            <a:spLocks noGrp="1"/>
          </p:cNvSpPr>
          <p:nvPr>
            <p:ph type="body" idx="18" hasCustomPrompt="1"/>
          </p:nvPr>
        </p:nvSpPr>
        <p:spPr>
          <a:xfrm>
            <a:off x="6550856" y="3365497"/>
            <a:ext cx="1917700" cy="1375162"/>
          </a:xfrm>
          <a:prstGeom prst="rect">
            <a:avLst/>
          </a:prstGeom>
        </p:spPr>
        <p:txBody>
          <a:bodyPr lIns="0" tIns="0" rIns="0" bIns="0" numCol="1" spcCol="252000"/>
          <a:lstStyle>
            <a:lvl1pPr marL="0" indent="0">
              <a:buFontTx/>
              <a:buNone/>
              <a:defRPr sz="1000" b="0" i="0">
                <a:solidFill>
                  <a:srgbClr val="3C3C3B"/>
                </a:solidFill>
                <a:latin typeface="Arial"/>
                <a:cs typeface="Arial"/>
              </a:defRPr>
            </a:lvl1pPr>
          </a:lstStyle>
          <a:p>
            <a:r>
              <a:rPr lang="en-AU" sz="1000">
                <a:solidFill>
                  <a:srgbClr val="3C3C3B"/>
                </a:solidFill>
                <a:latin typeface="Arial"/>
                <a:cs typeface="Arial"/>
              </a:rPr>
              <a:t>Body</a:t>
            </a:r>
            <a:r>
              <a:rPr lang="en-AU" sz="1000" spc="-5">
                <a:solidFill>
                  <a:srgbClr val="3C3C3B"/>
                </a:solidFill>
                <a:latin typeface="Arial"/>
                <a:cs typeface="Arial"/>
              </a:rPr>
              <a:t> </a:t>
            </a:r>
            <a:r>
              <a:rPr lang="en-AU" sz="1000">
                <a:solidFill>
                  <a:srgbClr val="3C3C3B"/>
                </a:solidFill>
                <a:latin typeface="Arial"/>
                <a:cs typeface="Arial"/>
              </a:rPr>
              <a:t>copy</a:t>
            </a:r>
            <a:r>
              <a:rPr lang="en-AU" sz="1000" spc="-5">
                <a:solidFill>
                  <a:srgbClr val="3C3C3B"/>
                </a:solidFill>
                <a:latin typeface="Arial"/>
                <a:cs typeface="Arial"/>
              </a:rPr>
              <a:t> </a:t>
            </a:r>
            <a:r>
              <a:rPr lang="en-AU" sz="1000">
                <a:solidFill>
                  <a:srgbClr val="3C3C3B"/>
                </a:solidFill>
                <a:latin typeface="Arial"/>
                <a:cs typeface="Arial"/>
              </a:rPr>
              <a:t>small</a:t>
            </a:r>
            <a:r>
              <a:rPr lang="en-AU" sz="1000" spc="-10">
                <a:solidFill>
                  <a:srgbClr val="3C3C3B"/>
                </a:solidFill>
                <a:latin typeface="Arial"/>
                <a:cs typeface="Arial"/>
              </a:rPr>
              <a:t> </a:t>
            </a:r>
            <a:r>
              <a:rPr lang="en-AU" sz="1000">
                <a:solidFill>
                  <a:srgbClr val="3C3C3B"/>
                </a:solidFill>
                <a:latin typeface="Arial"/>
                <a:cs typeface="Arial"/>
              </a:rPr>
              <a:t>10pt</a:t>
            </a:r>
            <a:endParaRPr/>
          </a:p>
        </p:txBody>
      </p:sp>
      <p:sp>
        <p:nvSpPr>
          <p:cNvPr id="8" name="Title">
            <a:extLst>
              <a:ext uri="{FF2B5EF4-FFF2-40B4-BE49-F238E27FC236}">
                <a16:creationId xmlns:a16="http://schemas.microsoft.com/office/drawing/2014/main" id="{8BE29F25-B1A6-E14D-D106-B0B1A8245DEC}"/>
              </a:ext>
            </a:extLst>
          </p:cNvPr>
          <p:cNvSpPr>
            <a:spLocks noGrp="1"/>
          </p:cNvSpPr>
          <p:nvPr>
            <p:ph type="title" hasCustomPrompt="1"/>
          </p:nvPr>
        </p:nvSpPr>
        <p:spPr>
          <a:xfrm>
            <a:off x="577850" y="514350"/>
            <a:ext cx="7988300" cy="369332"/>
          </a:xfrm>
        </p:spPr>
        <p:txBody>
          <a:bodyPr lIns="0" tIns="0" rIns="0" bIns="0"/>
          <a:lstStyle>
            <a:lvl1pPr>
              <a:defRPr sz="2400" b="0" i="0">
                <a:solidFill>
                  <a:srgbClr val="E64626"/>
                </a:solidFill>
                <a:latin typeface="Times" pitchFamily="2" charset="0"/>
                <a:cs typeface="Times New Roman"/>
              </a:defRPr>
            </a:lvl1pPr>
          </a:lstStyle>
          <a:p>
            <a:r>
              <a:rPr lang="en-US"/>
              <a:t>Speaker bios with image</a:t>
            </a:r>
            <a:endParaRPr/>
          </a:p>
        </p:txBody>
      </p:sp>
    </p:spTree>
    <p:extLst>
      <p:ext uri="{BB962C8B-B14F-4D97-AF65-F5344CB8AC3E}">
        <p14:creationId xmlns:p14="http://schemas.microsoft.com/office/powerpoint/2010/main" val="210263820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peaker bios no image">
    <p:spTree>
      <p:nvGrpSpPr>
        <p:cNvPr id="1" name=""/>
        <p:cNvGrpSpPr/>
        <p:nvPr/>
      </p:nvGrpSpPr>
      <p:grpSpPr>
        <a:xfrm>
          <a:off x="0" y="0"/>
          <a:ext cx="0" cy="0"/>
          <a:chOff x="0" y="0"/>
          <a:chExt cx="0" cy="0"/>
        </a:xfrm>
      </p:grpSpPr>
      <p:sp>
        <p:nvSpPr>
          <p:cNvPr id="12" name="Holder 1">
            <a:extLst>
              <a:ext uri="{FF2B5EF4-FFF2-40B4-BE49-F238E27FC236}">
                <a16:creationId xmlns:a16="http://schemas.microsoft.com/office/drawing/2014/main" id="{01046116-FA83-47AD-17FA-94D776E8C805}"/>
              </a:ext>
            </a:extLst>
          </p:cNvPr>
          <p:cNvSpPr>
            <a:spLocks noGrp="1"/>
          </p:cNvSpPr>
          <p:nvPr>
            <p:ph type="body" idx="15" hasCustomPrompt="1"/>
          </p:nvPr>
        </p:nvSpPr>
        <p:spPr>
          <a:xfrm>
            <a:off x="1887052" y="1426364"/>
            <a:ext cx="2960856" cy="369098"/>
          </a:xfrm>
          <a:prstGeom prst="rect">
            <a:avLst/>
          </a:prstGeom>
          <a:solidFill>
            <a:schemeClr val="accent1"/>
          </a:solidFill>
        </p:spPr>
        <p:txBody>
          <a:bodyPr lIns="251999" tIns="72000" rIns="251999" bIns="72000" numCol="1" spcCol="252000" anchor="ctr" anchorCtr="0"/>
          <a:lstStyle>
            <a:lvl1pPr marL="0" indent="0">
              <a:buFontTx/>
              <a:buNone/>
              <a:defRPr sz="1000" b="1" i="0">
                <a:solidFill>
                  <a:schemeClr val="bg1"/>
                </a:solidFill>
                <a:latin typeface="Arial"/>
                <a:cs typeface="Arial"/>
              </a:defRPr>
            </a:lvl1pPr>
          </a:lstStyle>
          <a:p>
            <a:r>
              <a:rPr lang="en-AU" sz="1000">
                <a:solidFill>
                  <a:srgbClr val="3C3C3B"/>
                </a:solidFill>
                <a:latin typeface="Arial"/>
                <a:cs typeface="Arial"/>
              </a:rPr>
              <a:t>Heading 10pt</a:t>
            </a:r>
            <a:endParaRPr/>
          </a:p>
        </p:txBody>
      </p:sp>
      <p:sp>
        <p:nvSpPr>
          <p:cNvPr id="3" name="Holder 2"/>
          <p:cNvSpPr>
            <a:spLocks noGrp="1"/>
          </p:cNvSpPr>
          <p:nvPr>
            <p:ph type="body" idx="1" hasCustomPrompt="1"/>
          </p:nvPr>
        </p:nvSpPr>
        <p:spPr>
          <a:xfrm>
            <a:off x="1887052" y="1795462"/>
            <a:ext cx="2960856" cy="2770187"/>
          </a:xfrm>
          <a:prstGeom prst="rect">
            <a:avLst/>
          </a:prstGeom>
          <a:solidFill>
            <a:schemeClr val="bg2"/>
          </a:solidFill>
        </p:spPr>
        <p:txBody>
          <a:bodyPr lIns="251999" tIns="251999" rIns="251999" bIns="251999" numCol="1" spcCol="252000"/>
          <a:lstStyle>
            <a:lvl1pPr marL="171450" indent="-171450">
              <a:buFont typeface="System Font Regular"/>
              <a:buChar char="-"/>
              <a:defRPr sz="1000" b="0" i="0">
                <a:solidFill>
                  <a:srgbClr val="3C3C3B"/>
                </a:solidFill>
                <a:latin typeface="Arial"/>
                <a:cs typeface="Arial"/>
              </a:defRPr>
            </a:lvl1pPr>
          </a:lstStyle>
          <a:p>
            <a:r>
              <a:rPr lang="en-AU" sz="1000">
                <a:solidFill>
                  <a:srgbClr val="3C3C3B"/>
                </a:solidFill>
                <a:latin typeface="Arial"/>
                <a:cs typeface="Arial"/>
              </a:rPr>
              <a:t>Body</a:t>
            </a:r>
            <a:r>
              <a:rPr lang="en-AU" sz="1000" spc="-5">
                <a:solidFill>
                  <a:srgbClr val="3C3C3B"/>
                </a:solidFill>
                <a:latin typeface="Arial"/>
                <a:cs typeface="Arial"/>
              </a:rPr>
              <a:t> </a:t>
            </a:r>
            <a:r>
              <a:rPr lang="en-AU" sz="1000">
                <a:solidFill>
                  <a:srgbClr val="3C3C3B"/>
                </a:solidFill>
                <a:latin typeface="Arial"/>
                <a:cs typeface="Arial"/>
              </a:rPr>
              <a:t>copy</a:t>
            </a:r>
            <a:r>
              <a:rPr lang="en-AU" sz="1000" spc="-5">
                <a:solidFill>
                  <a:srgbClr val="3C3C3B"/>
                </a:solidFill>
                <a:latin typeface="Arial"/>
                <a:cs typeface="Arial"/>
              </a:rPr>
              <a:t> </a:t>
            </a:r>
            <a:r>
              <a:rPr lang="en-AU" sz="1000">
                <a:solidFill>
                  <a:srgbClr val="3C3C3B"/>
                </a:solidFill>
                <a:latin typeface="Arial"/>
                <a:cs typeface="Arial"/>
              </a:rPr>
              <a:t>small</a:t>
            </a:r>
            <a:r>
              <a:rPr lang="en-AU" sz="1000" spc="-10">
                <a:solidFill>
                  <a:srgbClr val="3C3C3B"/>
                </a:solidFill>
                <a:latin typeface="Arial"/>
                <a:cs typeface="Arial"/>
              </a:rPr>
              <a:t> </a:t>
            </a:r>
            <a:r>
              <a:rPr lang="en-AU" sz="1000">
                <a:solidFill>
                  <a:srgbClr val="3C3C3B"/>
                </a:solidFill>
                <a:latin typeface="Arial"/>
                <a:cs typeface="Arial"/>
              </a:rPr>
              <a:t>10pt</a:t>
            </a:r>
          </a:p>
          <a:p>
            <a:endParaRPr lang="en-AU"/>
          </a:p>
        </p:txBody>
      </p:sp>
      <p:sp>
        <p:nvSpPr>
          <p:cNvPr id="15" name="Holder 3">
            <a:extLst>
              <a:ext uri="{FF2B5EF4-FFF2-40B4-BE49-F238E27FC236}">
                <a16:creationId xmlns:a16="http://schemas.microsoft.com/office/drawing/2014/main" id="{2593A6BD-50DF-0434-8D9C-6C5105B37941}"/>
              </a:ext>
            </a:extLst>
          </p:cNvPr>
          <p:cNvSpPr>
            <a:spLocks noGrp="1"/>
          </p:cNvSpPr>
          <p:nvPr>
            <p:ph type="body" idx="17" hasCustomPrompt="1"/>
          </p:nvPr>
        </p:nvSpPr>
        <p:spPr>
          <a:xfrm>
            <a:off x="5212958" y="1426364"/>
            <a:ext cx="2960856" cy="369098"/>
          </a:xfrm>
          <a:prstGeom prst="rect">
            <a:avLst/>
          </a:prstGeom>
          <a:solidFill>
            <a:schemeClr val="accent1"/>
          </a:solidFill>
        </p:spPr>
        <p:txBody>
          <a:bodyPr lIns="251999" tIns="72000" rIns="251999" bIns="72000" numCol="1" spcCol="252000" anchor="ctr" anchorCtr="0"/>
          <a:lstStyle>
            <a:lvl1pPr marL="0" indent="0">
              <a:buFontTx/>
              <a:buNone/>
              <a:defRPr sz="1000" b="1" i="0">
                <a:solidFill>
                  <a:schemeClr val="bg1"/>
                </a:solidFill>
                <a:latin typeface="Arial"/>
                <a:cs typeface="Arial"/>
              </a:defRPr>
            </a:lvl1pPr>
          </a:lstStyle>
          <a:p>
            <a:r>
              <a:rPr lang="en-AU" sz="1000">
                <a:solidFill>
                  <a:srgbClr val="3C3C3B"/>
                </a:solidFill>
                <a:latin typeface="Arial"/>
                <a:cs typeface="Arial"/>
              </a:rPr>
              <a:t>Heading 10pt</a:t>
            </a:r>
            <a:endParaRPr/>
          </a:p>
        </p:txBody>
      </p:sp>
      <p:sp>
        <p:nvSpPr>
          <p:cNvPr id="13" name="Holder 4">
            <a:extLst>
              <a:ext uri="{FF2B5EF4-FFF2-40B4-BE49-F238E27FC236}">
                <a16:creationId xmlns:a16="http://schemas.microsoft.com/office/drawing/2014/main" id="{980934C0-12AC-D7ED-F525-AC922980850D}"/>
              </a:ext>
            </a:extLst>
          </p:cNvPr>
          <p:cNvSpPr>
            <a:spLocks noGrp="1"/>
          </p:cNvSpPr>
          <p:nvPr>
            <p:ph type="body" idx="16" hasCustomPrompt="1"/>
          </p:nvPr>
        </p:nvSpPr>
        <p:spPr>
          <a:xfrm>
            <a:off x="5212958" y="1795462"/>
            <a:ext cx="2960856" cy="2770187"/>
          </a:xfrm>
          <a:prstGeom prst="rect">
            <a:avLst/>
          </a:prstGeom>
          <a:solidFill>
            <a:schemeClr val="bg2"/>
          </a:solidFill>
        </p:spPr>
        <p:txBody>
          <a:bodyPr lIns="251999" tIns="251999" rIns="251999" bIns="251999" numCol="1" spcCol="252000"/>
          <a:lstStyle>
            <a:lvl1pPr marL="171450" indent="-171450">
              <a:buFont typeface="System Font Regular"/>
              <a:buChar char="-"/>
              <a:defRPr sz="1000" b="0" i="0">
                <a:solidFill>
                  <a:srgbClr val="3C3C3B"/>
                </a:solidFill>
                <a:latin typeface="Arial"/>
                <a:cs typeface="Arial"/>
              </a:defRPr>
            </a:lvl1pPr>
          </a:lstStyle>
          <a:p>
            <a:r>
              <a:rPr lang="en-AU" sz="1000">
                <a:solidFill>
                  <a:srgbClr val="3C3C3B"/>
                </a:solidFill>
                <a:latin typeface="Arial"/>
                <a:cs typeface="Arial"/>
              </a:rPr>
              <a:t>Body</a:t>
            </a:r>
            <a:r>
              <a:rPr lang="en-AU" sz="1000" spc="-5">
                <a:solidFill>
                  <a:srgbClr val="3C3C3B"/>
                </a:solidFill>
                <a:latin typeface="Arial"/>
                <a:cs typeface="Arial"/>
              </a:rPr>
              <a:t> </a:t>
            </a:r>
            <a:r>
              <a:rPr lang="en-AU" sz="1000">
                <a:solidFill>
                  <a:srgbClr val="3C3C3B"/>
                </a:solidFill>
                <a:latin typeface="Arial"/>
                <a:cs typeface="Arial"/>
              </a:rPr>
              <a:t>copy</a:t>
            </a:r>
            <a:r>
              <a:rPr lang="en-AU" sz="1000" spc="-5">
                <a:solidFill>
                  <a:srgbClr val="3C3C3B"/>
                </a:solidFill>
                <a:latin typeface="Arial"/>
                <a:cs typeface="Arial"/>
              </a:rPr>
              <a:t> </a:t>
            </a:r>
            <a:r>
              <a:rPr lang="en-AU" sz="1000">
                <a:solidFill>
                  <a:srgbClr val="3C3C3B"/>
                </a:solidFill>
                <a:latin typeface="Arial"/>
                <a:cs typeface="Arial"/>
              </a:rPr>
              <a:t>small</a:t>
            </a:r>
            <a:r>
              <a:rPr lang="en-AU" sz="1000" spc="-10">
                <a:solidFill>
                  <a:srgbClr val="3C3C3B"/>
                </a:solidFill>
                <a:latin typeface="Arial"/>
                <a:cs typeface="Arial"/>
              </a:rPr>
              <a:t> </a:t>
            </a:r>
            <a:r>
              <a:rPr lang="en-AU" sz="1000">
                <a:solidFill>
                  <a:srgbClr val="3C3C3B"/>
                </a:solidFill>
                <a:latin typeface="Arial"/>
                <a:cs typeface="Arial"/>
              </a:rPr>
              <a:t>10pt</a:t>
            </a:r>
            <a:endParaRPr/>
          </a:p>
        </p:txBody>
      </p:sp>
      <p:sp>
        <p:nvSpPr>
          <p:cNvPr id="5" name="Title">
            <a:extLst>
              <a:ext uri="{FF2B5EF4-FFF2-40B4-BE49-F238E27FC236}">
                <a16:creationId xmlns:a16="http://schemas.microsoft.com/office/drawing/2014/main" id="{A75C487F-806F-DF0A-C957-59A18F20FB5B}"/>
              </a:ext>
            </a:extLst>
          </p:cNvPr>
          <p:cNvSpPr>
            <a:spLocks noGrp="1"/>
          </p:cNvSpPr>
          <p:nvPr>
            <p:ph type="title" hasCustomPrompt="1"/>
          </p:nvPr>
        </p:nvSpPr>
        <p:spPr>
          <a:xfrm>
            <a:off x="577850" y="514350"/>
            <a:ext cx="7988300" cy="369332"/>
          </a:xfrm>
        </p:spPr>
        <p:txBody>
          <a:bodyPr lIns="0" tIns="0" rIns="0" bIns="0"/>
          <a:lstStyle>
            <a:lvl1pPr>
              <a:defRPr sz="2400" b="0" i="0">
                <a:solidFill>
                  <a:srgbClr val="E64626"/>
                </a:solidFill>
                <a:latin typeface="Times" pitchFamily="2" charset="0"/>
                <a:cs typeface="Times New Roman"/>
              </a:defRPr>
            </a:lvl1pPr>
          </a:lstStyle>
          <a:p>
            <a:r>
              <a:rPr lang="en-US"/>
              <a:t>Speaker bios no image</a:t>
            </a:r>
            <a:endParaRPr/>
          </a:p>
        </p:txBody>
      </p:sp>
    </p:spTree>
    <p:extLst>
      <p:ext uri="{BB962C8B-B14F-4D97-AF65-F5344CB8AC3E}">
        <p14:creationId xmlns:p14="http://schemas.microsoft.com/office/powerpoint/2010/main" val="178590425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Image and text 1">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11" name="Picture Placeholder 1">
            <a:extLst>
              <a:ext uri="{FF2B5EF4-FFF2-40B4-BE49-F238E27FC236}">
                <a16:creationId xmlns:a16="http://schemas.microsoft.com/office/drawing/2014/main" id="{A0A86295-3799-4055-1C7A-59CAA363CB15}"/>
              </a:ext>
            </a:extLst>
          </p:cNvPr>
          <p:cNvSpPr>
            <a:spLocks noGrp="1"/>
          </p:cNvSpPr>
          <p:nvPr>
            <p:ph type="pic" sz="quarter" idx="10" hasCustomPrompt="1"/>
          </p:nvPr>
        </p:nvSpPr>
        <p:spPr>
          <a:xfrm>
            <a:off x="0" y="0"/>
            <a:ext cx="9144000" cy="2640647"/>
          </a:xfrm>
          <a:prstGeom prst="rect">
            <a:avLst/>
          </a:prstGeom>
          <a:solidFill>
            <a:schemeClr val="bg1">
              <a:lumMod val="95000"/>
            </a:schemeClr>
          </a:solidFill>
        </p:spPr>
        <p:txBody>
          <a:bodyPr anchor="ctr" anchorCtr="0"/>
          <a:lstStyle>
            <a:lvl1pPr marL="0" indent="0" algn="ctr">
              <a:buNone/>
              <a:defRPr sz="1100"/>
            </a:lvl1pPr>
          </a:lstStyle>
          <a:p>
            <a:r>
              <a:rPr lang="en-US"/>
              <a:t>Click to add image</a:t>
            </a:r>
          </a:p>
        </p:txBody>
      </p:sp>
      <p:sp>
        <p:nvSpPr>
          <p:cNvPr id="6" name="object 4">
            <a:extLst>
              <a:ext uri="{FF2B5EF4-FFF2-40B4-BE49-F238E27FC236}">
                <a16:creationId xmlns:a16="http://schemas.microsoft.com/office/drawing/2014/main" id="{31B0B21C-FA2D-826B-7943-A68F827AB4FB}"/>
              </a:ext>
              <a:ext uri="{C183D7F6-B498-43B3-948B-1728B52AA6E4}">
                <adec:decorative xmlns:adec="http://schemas.microsoft.com/office/drawing/2017/decorative" val="1"/>
              </a:ext>
            </a:extLst>
          </p:cNvPr>
          <p:cNvSpPr/>
          <p:nvPr userDrawn="1"/>
        </p:nvSpPr>
        <p:spPr>
          <a:xfrm flipH="1">
            <a:off x="3226724" y="3022746"/>
            <a:ext cx="45719" cy="1530203"/>
          </a:xfrm>
          <a:custGeom>
            <a:avLst/>
            <a:gdLst/>
            <a:ahLst/>
            <a:cxnLst/>
            <a:rect l="l" t="t" r="r" b="b"/>
            <a:pathLst>
              <a:path h="1219200">
                <a:moveTo>
                  <a:pt x="0" y="0"/>
                </a:moveTo>
                <a:lnTo>
                  <a:pt x="0" y="1219199"/>
                </a:lnTo>
              </a:path>
            </a:pathLst>
          </a:custGeom>
          <a:ln w="12700">
            <a:solidFill>
              <a:schemeClr val="accent1"/>
            </a:solidFill>
          </a:ln>
        </p:spPr>
        <p:txBody>
          <a:bodyPr wrap="square" lIns="0" tIns="0" rIns="0" bIns="0" rtlCol="0"/>
          <a:lstStyle/>
          <a:p>
            <a:endParaRPr/>
          </a:p>
        </p:txBody>
      </p:sp>
      <p:sp>
        <p:nvSpPr>
          <p:cNvPr id="7" name="object 5">
            <a:extLst>
              <a:ext uri="{FF2B5EF4-FFF2-40B4-BE49-F238E27FC236}">
                <a16:creationId xmlns:a16="http://schemas.microsoft.com/office/drawing/2014/main" id="{8E3BADCE-997C-7AED-BF38-6CE000F80779}"/>
              </a:ext>
              <a:ext uri="{C183D7F6-B498-43B3-948B-1728B52AA6E4}">
                <adec:decorative xmlns:adec="http://schemas.microsoft.com/office/drawing/2017/decorative" val="1"/>
              </a:ext>
            </a:extLst>
          </p:cNvPr>
          <p:cNvSpPr/>
          <p:nvPr userDrawn="1"/>
        </p:nvSpPr>
        <p:spPr>
          <a:xfrm>
            <a:off x="5918199" y="3022746"/>
            <a:ext cx="45719" cy="1530203"/>
          </a:xfrm>
          <a:custGeom>
            <a:avLst/>
            <a:gdLst/>
            <a:ahLst/>
            <a:cxnLst/>
            <a:rect l="l" t="t" r="r" b="b"/>
            <a:pathLst>
              <a:path h="1219200">
                <a:moveTo>
                  <a:pt x="0" y="0"/>
                </a:moveTo>
                <a:lnTo>
                  <a:pt x="0" y="1219199"/>
                </a:lnTo>
              </a:path>
            </a:pathLst>
          </a:custGeom>
          <a:ln w="12700">
            <a:solidFill>
              <a:schemeClr val="accent1"/>
            </a:solidFill>
          </a:ln>
        </p:spPr>
        <p:txBody>
          <a:bodyPr wrap="square" lIns="0" tIns="0" rIns="0" bIns="0" rtlCol="0"/>
          <a:lstStyle/>
          <a:p>
            <a:endParaRPr/>
          </a:p>
        </p:txBody>
      </p:sp>
      <p:sp>
        <p:nvSpPr>
          <p:cNvPr id="12" name="Holder 1">
            <a:extLst>
              <a:ext uri="{FF2B5EF4-FFF2-40B4-BE49-F238E27FC236}">
                <a16:creationId xmlns:a16="http://schemas.microsoft.com/office/drawing/2014/main" id="{A750FE79-0F06-BEC8-114A-CEEB0654F56F}"/>
              </a:ext>
            </a:extLst>
          </p:cNvPr>
          <p:cNvSpPr>
            <a:spLocks noGrp="1"/>
          </p:cNvSpPr>
          <p:nvPr>
            <p:ph type="body" idx="1" hasCustomPrompt="1"/>
          </p:nvPr>
        </p:nvSpPr>
        <p:spPr>
          <a:xfrm>
            <a:off x="898676" y="3022747"/>
            <a:ext cx="1945974" cy="1530203"/>
          </a:xfrm>
          <a:prstGeom prst="rect">
            <a:avLst/>
          </a:prstGeom>
        </p:spPr>
        <p:txBody>
          <a:bodyPr lIns="0" tIns="0" rIns="0" bIns="0" numCol="1" spcCol="252000"/>
          <a:lstStyle>
            <a:lvl1pPr marL="0" indent="0">
              <a:buFontTx/>
              <a:buNone/>
              <a:defRPr sz="1000" b="0" i="0">
                <a:solidFill>
                  <a:schemeClr val="accent2"/>
                </a:solidFill>
                <a:latin typeface="Arial"/>
                <a:cs typeface="Arial"/>
              </a:defRPr>
            </a:lvl1pPr>
          </a:lstStyle>
          <a:p>
            <a:r>
              <a:rPr lang="en-AU"/>
              <a:t>Click to add text 10pt</a:t>
            </a:r>
            <a:endParaRPr/>
          </a:p>
        </p:txBody>
      </p:sp>
      <p:sp>
        <p:nvSpPr>
          <p:cNvPr id="13" name="Holder 2">
            <a:extLst>
              <a:ext uri="{FF2B5EF4-FFF2-40B4-BE49-F238E27FC236}">
                <a16:creationId xmlns:a16="http://schemas.microsoft.com/office/drawing/2014/main" id="{816E88B2-2440-D778-EE70-7C9542EC020B}"/>
              </a:ext>
            </a:extLst>
          </p:cNvPr>
          <p:cNvSpPr>
            <a:spLocks noGrp="1"/>
          </p:cNvSpPr>
          <p:nvPr>
            <p:ph type="body" idx="11" hasCustomPrompt="1"/>
          </p:nvPr>
        </p:nvSpPr>
        <p:spPr>
          <a:xfrm>
            <a:off x="3615997" y="3022747"/>
            <a:ext cx="1945974" cy="1530203"/>
          </a:xfrm>
          <a:prstGeom prst="rect">
            <a:avLst/>
          </a:prstGeom>
        </p:spPr>
        <p:txBody>
          <a:bodyPr lIns="0" tIns="0" rIns="0" bIns="0" numCol="1" spcCol="252000"/>
          <a:lstStyle>
            <a:lvl1pPr marL="0" indent="0">
              <a:buFontTx/>
              <a:buNone/>
              <a:defRPr sz="1000" b="0" i="0">
                <a:solidFill>
                  <a:schemeClr val="accent2"/>
                </a:solidFill>
                <a:latin typeface="Arial"/>
                <a:cs typeface="Arial"/>
              </a:defRPr>
            </a:lvl1pPr>
          </a:lstStyle>
          <a:p>
            <a:pPr marL="0" marR="0" lvl="0" indent="0" defTabSz="914400" eaLnBrk="1" fontAlgn="auto" latinLnBrk="0" hangingPunct="1">
              <a:lnSpc>
                <a:spcPct val="100000"/>
              </a:lnSpc>
              <a:spcBef>
                <a:spcPts val="0"/>
              </a:spcBef>
              <a:spcAft>
                <a:spcPts val="0"/>
              </a:spcAft>
              <a:buClr>
                <a:schemeClr val="tx2"/>
              </a:buClr>
              <a:buSzTx/>
              <a:buFontTx/>
              <a:buNone/>
              <a:tabLst/>
              <a:defRPr/>
            </a:pPr>
            <a:r>
              <a:rPr lang="en-AU"/>
              <a:t>Click to add text 10pt</a:t>
            </a:r>
          </a:p>
          <a:p>
            <a:endParaRPr/>
          </a:p>
        </p:txBody>
      </p:sp>
      <p:sp>
        <p:nvSpPr>
          <p:cNvPr id="14" name="Holder 3">
            <a:extLst>
              <a:ext uri="{FF2B5EF4-FFF2-40B4-BE49-F238E27FC236}">
                <a16:creationId xmlns:a16="http://schemas.microsoft.com/office/drawing/2014/main" id="{52D6ACAB-5609-38FC-D3ED-9C642272FE3E}"/>
              </a:ext>
            </a:extLst>
          </p:cNvPr>
          <p:cNvSpPr>
            <a:spLocks noGrp="1"/>
          </p:cNvSpPr>
          <p:nvPr>
            <p:ph type="body" idx="12" hasCustomPrompt="1"/>
          </p:nvPr>
        </p:nvSpPr>
        <p:spPr>
          <a:xfrm>
            <a:off x="6333318" y="3022747"/>
            <a:ext cx="1945974" cy="1530203"/>
          </a:xfrm>
          <a:prstGeom prst="rect">
            <a:avLst/>
          </a:prstGeom>
        </p:spPr>
        <p:txBody>
          <a:bodyPr lIns="0" tIns="0" rIns="0" bIns="0" numCol="1" spcCol="252000"/>
          <a:lstStyle>
            <a:lvl1pPr marL="0" indent="0">
              <a:buFontTx/>
              <a:buNone/>
              <a:defRPr sz="1000" b="0" i="0">
                <a:solidFill>
                  <a:schemeClr val="accent2"/>
                </a:solidFill>
                <a:latin typeface="Arial"/>
                <a:cs typeface="Arial"/>
              </a:defRPr>
            </a:lvl1pPr>
          </a:lstStyle>
          <a:p>
            <a:pPr marL="0" marR="0" lvl="0" indent="0" defTabSz="914400" eaLnBrk="1" fontAlgn="auto" latinLnBrk="0" hangingPunct="1">
              <a:lnSpc>
                <a:spcPct val="100000"/>
              </a:lnSpc>
              <a:spcBef>
                <a:spcPts val="0"/>
              </a:spcBef>
              <a:spcAft>
                <a:spcPts val="0"/>
              </a:spcAft>
              <a:buClr>
                <a:schemeClr val="tx2"/>
              </a:buClr>
              <a:buSzTx/>
              <a:buFontTx/>
              <a:buNone/>
              <a:tabLst/>
              <a:defRPr/>
            </a:pPr>
            <a:r>
              <a:rPr lang="en-AU"/>
              <a:t>Click to add text 10pt</a:t>
            </a:r>
          </a:p>
          <a:p>
            <a:endParaRPr/>
          </a:p>
        </p:txBody>
      </p:sp>
    </p:spTree>
    <p:extLst>
      <p:ext uri="{BB962C8B-B14F-4D97-AF65-F5344CB8AC3E}">
        <p14:creationId xmlns:p14="http://schemas.microsoft.com/office/powerpoint/2010/main" val="298986056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theme" Target="../theme/theme4.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slideLayout" Target="../slideLayouts/slideLayout66.xml"/><Relationship Id="rId18" Type="http://schemas.openxmlformats.org/officeDocument/2006/relationships/slideLayout" Target="../slideLayouts/slideLayout71.xml"/><Relationship Id="rId26" Type="http://schemas.openxmlformats.org/officeDocument/2006/relationships/slideLayout" Target="../slideLayouts/slideLayout79.xml"/><Relationship Id="rId3" Type="http://schemas.openxmlformats.org/officeDocument/2006/relationships/slideLayout" Target="../slideLayouts/slideLayout56.xml"/><Relationship Id="rId21" Type="http://schemas.openxmlformats.org/officeDocument/2006/relationships/slideLayout" Target="../slideLayouts/slideLayout74.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17" Type="http://schemas.openxmlformats.org/officeDocument/2006/relationships/slideLayout" Target="../slideLayouts/slideLayout70.xml"/><Relationship Id="rId25" Type="http://schemas.openxmlformats.org/officeDocument/2006/relationships/slideLayout" Target="../slideLayouts/slideLayout78.xml"/><Relationship Id="rId2" Type="http://schemas.openxmlformats.org/officeDocument/2006/relationships/slideLayout" Target="../slideLayouts/slideLayout55.xml"/><Relationship Id="rId16" Type="http://schemas.openxmlformats.org/officeDocument/2006/relationships/slideLayout" Target="../slideLayouts/slideLayout69.xml"/><Relationship Id="rId20" Type="http://schemas.openxmlformats.org/officeDocument/2006/relationships/slideLayout" Target="../slideLayouts/slideLayout73.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24" Type="http://schemas.openxmlformats.org/officeDocument/2006/relationships/slideLayout" Target="../slideLayouts/slideLayout77.xml"/><Relationship Id="rId5" Type="http://schemas.openxmlformats.org/officeDocument/2006/relationships/slideLayout" Target="../slideLayouts/slideLayout58.xml"/><Relationship Id="rId15" Type="http://schemas.openxmlformats.org/officeDocument/2006/relationships/slideLayout" Target="../slideLayouts/slideLayout68.xml"/><Relationship Id="rId23" Type="http://schemas.openxmlformats.org/officeDocument/2006/relationships/slideLayout" Target="../slideLayouts/slideLayout76.xml"/><Relationship Id="rId28" Type="http://schemas.openxmlformats.org/officeDocument/2006/relationships/theme" Target="../theme/theme6.xml"/><Relationship Id="rId10" Type="http://schemas.openxmlformats.org/officeDocument/2006/relationships/slideLayout" Target="../slideLayouts/slideLayout63.xml"/><Relationship Id="rId19" Type="http://schemas.openxmlformats.org/officeDocument/2006/relationships/slideLayout" Target="../slideLayouts/slideLayout72.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 Id="rId22" Type="http://schemas.openxmlformats.org/officeDocument/2006/relationships/slideLayout" Target="../slideLayouts/slideLayout75.xml"/><Relationship Id="rId27" Type="http://schemas.openxmlformats.org/officeDocument/2006/relationships/slideLayout" Target="../slideLayouts/slideLayout8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3824931"/>
      </p:ext>
    </p:extLst>
  </p:cSld>
  <p:clrMap bg1="lt1" tx1="dk1" bg2="lt2" tx2="dk2" accent1="accent1" accent2="accent2" accent3="accent3" accent4="accent4" accent5="accent5" accent6="accent6" hlink="hlink" folHlink="folHlink"/>
  <p:sldLayoutIdLst>
    <p:sldLayoutId id="2147483703" r:id="rId1"/>
    <p:sldLayoutId id="2147483705" r:id="rId2"/>
    <p:sldLayoutId id="2147483707" r:id="rId3"/>
    <p:sldLayoutId id="2147483745" r:id="rId4"/>
    <p:sldLayoutId id="2147483746" r:id="rId5"/>
    <p:sldLayoutId id="2147483747" r:id="rId6"/>
  </p:sldLayoutIdLst>
  <p:txStyles>
    <p:titleStyle>
      <a:lvl1pPr>
        <a:defRPr>
          <a:solidFill>
            <a:schemeClr val="accent1"/>
          </a:solidFill>
          <a:latin typeface="+mj-lt"/>
          <a:ea typeface="+mj-ea"/>
          <a:cs typeface="+mj-cs"/>
        </a:defRPr>
      </a:lvl1pPr>
    </p:titleStyle>
    <p:bodyStyle>
      <a:lvl1pPr marL="171450" indent="-171450">
        <a:buClr>
          <a:schemeClr val="tx2"/>
        </a:buClr>
        <a:buFont typeface="Arial" panose="020B0604020202020204" pitchFamily="34" charset="0"/>
        <a:buChar char="•"/>
        <a:defRPr>
          <a:solidFill>
            <a:schemeClr val="tx2"/>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4" orient="horz" pos="362" userDrawn="1">
          <p15:clr>
            <a:srgbClr val="A4A3A4"/>
          </p15:clr>
        </p15:guide>
        <p15:guide id="6" orient="horz" pos="1131" userDrawn="1">
          <p15:clr>
            <a:srgbClr val="A4A3A4"/>
          </p15:clr>
        </p15:guide>
        <p15:guide id="8" orient="horz" pos="2876" userDrawn="1">
          <p15:clr>
            <a:srgbClr val="A4A3A4"/>
          </p15:clr>
        </p15:guide>
        <p15:guide id="9" pos="360" userDrawn="1">
          <p15:clr>
            <a:srgbClr val="A4A3A4"/>
          </p15:clr>
        </p15:guide>
        <p15:guide id="10" pos="5396" userDrawn="1">
          <p15:clr>
            <a:srgbClr val="A4A3A4"/>
          </p15:clr>
        </p15:guide>
        <p15:guide id="11" pos="118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6897651"/>
      </p:ext>
    </p:extLst>
  </p:cSld>
  <p:clrMap bg1="lt1" tx1="dk1" bg2="lt2" tx2="dk2" accent1="accent1" accent2="accent2" accent3="accent3" accent4="accent4" accent5="accent5" accent6="accent6" hlink="hlink" folHlink="folHlink"/>
  <p:sldLayoutIdLst>
    <p:sldLayoutId id="2147483714" r:id="rId1"/>
    <p:sldLayoutId id="2147483717" r:id="rId2"/>
    <p:sldLayoutId id="2147483718" r:id="rId3"/>
    <p:sldLayoutId id="2147483794" r:id="rId4"/>
    <p:sldLayoutId id="2147483795" r:id="rId5"/>
  </p:sldLayoutIdLst>
  <p:txStyles>
    <p:titleStyle>
      <a:lvl1pPr>
        <a:defRPr>
          <a:solidFill>
            <a:schemeClr val="accent1"/>
          </a:solidFill>
          <a:latin typeface="+mj-lt"/>
          <a:ea typeface="+mj-ea"/>
          <a:cs typeface="+mj-cs"/>
        </a:defRPr>
      </a:lvl1pPr>
    </p:titleStyle>
    <p:bodyStyle>
      <a:lvl1pPr marL="171450" indent="-171450">
        <a:buClr>
          <a:schemeClr val="tx2"/>
        </a:buClr>
        <a:buFont typeface="Arial" panose="020B0604020202020204" pitchFamily="34" charset="0"/>
        <a:buChar char="•"/>
        <a:defRPr>
          <a:solidFill>
            <a:schemeClr val="tx2"/>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4" orient="horz" pos="362" userDrawn="1">
          <p15:clr>
            <a:srgbClr val="A4A3A4"/>
          </p15:clr>
        </p15:guide>
        <p15:guide id="6" orient="horz" pos="1131" userDrawn="1">
          <p15:clr>
            <a:srgbClr val="A4A3A4"/>
          </p15:clr>
        </p15:guide>
        <p15:guide id="8" orient="horz" pos="2876" userDrawn="1">
          <p15:clr>
            <a:srgbClr val="A4A3A4"/>
          </p15:clr>
        </p15:guide>
        <p15:guide id="9" pos="360" userDrawn="1">
          <p15:clr>
            <a:srgbClr val="A4A3A4"/>
          </p15:clr>
        </p15:guide>
        <p15:guide id="10" pos="5396" userDrawn="1">
          <p15:clr>
            <a:srgbClr val="A4A3A4"/>
          </p15:clr>
        </p15:guide>
        <p15:guide id="11" pos="1185" userDrawn="1">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4958849"/>
      </p:ext>
    </p:extLst>
  </p:cSld>
  <p:clrMap bg1="lt1" tx1="dk1" bg2="lt2" tx2="dk2" accent1="accent1" accent2="accent2" accent3="accent3" accent4="accent4" accent5="accent5" accent6="accent6" hlink="hlink" folHlink="folHlink"/>
  <p:sldLayoutIdLst>
    <p:sldLayoutId id="2147483721" r:id="rId1"/>
    <p:sldLayoutId id="2147483723" r:id="rId2"/>
    <p:sldLayoutId id="2147483724" r:id="rId3"/>
    <p:sldLayoutId id="2147483750" r:id="rId4"/>
    <p:sldLayoutId id="2147483749" r:id="rId5"/>
    <p:sldLayoutId id="2147483751" r:id="rId6"/>
  </p:sldLayoutIdLst>
  <p:txStyles>
    <p:titleStyle>
      <a:lvl1pPr>
        <a:defRPr>
          <a:solidFill>
            <a:schemeClr val="accent1"/>
          </a:solidFill>
          <a:latin typeface="+mj-lt"/>
          <a:ea typeface="+mj-ea"/>
          <a:cs typeface="+mj-cs"/>
        </a:defRPr>
      </a:lvl1pPr>
    </p:titleStyle>
    <p:bodyStyle>
      <a:lvl1pPr marL="171450" indent="-171450">
        <a:buClr>
          <a:schemeClr val="tx2"/>
        </a:buClr>
        <a:buFont typeface="Arial" panose="020B0604020202020204" pitchFamily="34" charset="0"/>
        <a:buChar char="•"/>
        <a:defRPr>
          <a:solidFill>
            <a:schemeClr val="tx2"/>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4" orient="horz" pos="362" userDrawn="1">
          <p15:clr>
            <a:srgbClr val="A4A3A4"/>
          </p15:clr>
        </p15:guide>
        <p15:guide id="6" orient="horz" pos="1131" userDrawn="1">
          <p15:clr>
            <a:srgbClr val="A4A3A4"/>
          </p15:clr>
        </p15:guide>
        <p15:guide id="8" orient="horz" pos="2876" userDrawn="1">
          <p15:clr>
            <a:srgbClr val="A4A3A4"/>
          </p15:clr>
        </p15:guide>
        <p15:guide id="9" pos="360" userDrawn="1">
          <p15:clr>
            <a:srgbClr val="A4A3A4"/>
          </p15:clr>
        </p15:guide>
        <p15:guide id="10" pos="5396" userDrawn="1">
          <p15:clr>
            <a:srgbClr val="A4A3A4"/>
          </p15:clr>
        </p15:guide>
        <p15:guide id="11" pos="1185" userDrawn="1">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0692434"/>
      </p:ext>
    </p:extLst>
  </p:cSld>
  <p:clrMap bg1="lt1" tx1="dk1" bg2="lt2" tx2="dk2" accent1="accent1" accent2="accent2" accent3="accent3" accent4="accent4" accent5="accent5" accent6="accent6" hlink="hlink" folHlink="folHlink"/>
  <p:sldLayoutIdLst>
    <p:sldLayoutId id="2147483726" r:id="rId1"/>
    <p:sldLayoutId id="2147483733" r:id="rId2"/>
    <p:sldLayoutId id="2147483734" r:id="rId3"/>
    <p:sldLayoutId id="2147483735" r:id="rId4"/>
    <p:sldLayoutId id="2147483732" r:id="rId5"/>
    <p:sldLayoutId id="2147483727" r:id="rId6"/>
    <p:sldLayoutId id="2147483728" r:id="rId7"/>
    <p:sldLayoutId id="2147483736" r:id="rId8"/>
    <p:sldLayoutId id="2147483748" r:id="rId9"/>
    <p:sldLayoutId id="2147483738" r:id="rId10"/>
  </p:sldLayoutIdLst>
  <p:txStyles>
    <p:titleStyle>
      <a:lvl1pPr>
        <a:defRPr>
          <a:solidFill>
            <a:schemeClr val="accent1"/>
          </a:solidFill>
          <a:latin typeface="+mj-lt"/>
          <a:ea typeface="+mj-ea"/>
          <a:cs typeface="+mj-cs"/>
        </a:defRPr>
      </a:lvl1pPr>
    </p:titleStyle>
    <p:bodyStyle>
      <a:lvl1pPr marL="171450" indent="-171450">
        <a:buClr>
          <a:schemeClr val="tx2"/>
        </a:buClr>
        <a:buFont typeface="Arial" panose="020B0604020202020204" pitchFamily="34" charset="0"/>
        <a:buChar char="•"/>
        <a:defRPr>
          <a:solidFill>
            <a:schemeClr val="tx2"/>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4" orient="horz" pos="362" userDrawn="1">
          <p15:clr>
            <a:srgbClr val="A4A3A4"/>
          </p15:clr>
        </p15:guide>
        <p15:guide id="6" orient="horz" pos="1131" userDrawn="1">
          <p15:clr>
            <a:srgbClr val="A4A3A4"/>
          </p15:clr>
        </p15:guide>
        <p15:guide id="8" orient="horz" pos="2876" userDrawn="1">
          <p15:clr>
            <a:srgbClr val="A4A3A4"/>
          </p15:clr>
        </p15:guide>
        <p15:guide id="9" pos="360" userDrawn="1">
          <p15:clr>
            <a:srgbClr val="A4A3A4"/>
          </p15:clr>
        </p15:guide>
        <p15:guide id="10" pos="5396" userDrawn="1">
          <p15:clr>
            <a:srgbClr val="A4A3A4"/>
          </p15:clr>
        </p15:guide>
        <p15:guide id="11" pos="1185" userDrawn="1">
          <p15:clr>
            <a:srgbClr val="A4A3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77850" y="514350"/>
            <a:ext cx="7988300" cy="369332"/>
          </a:xfrm>
          <a:prstGeom prst="rect">
            <a:avLst/>
          </a:prstGeom>
        </p:spPr>
        <p:txBody>
          <a:bodyPr wrap="square" lIns="0" tIns="0" rIns="0" bIns="0">
            <a:spAutoFit/>
          </a:bodyPr>
          <a:lstStyle>
            <a:lvl1pPr>
              <a:defRPr sz="2400" b="0" i="0">
                <a:solidFill>
                  <a:srgbClr val="E64626"/>
                </a:solidFill>
                <a:latin typeface="Times New Roman"/>
                <a:cs typeface="Times New Roman"/>
              </a:defRPr>
            </a:lvl1pPr>
          </a:lstStyle>
          <a:p>
            <a:r>
              <a:rPr lang="en-AU"/>
              <a:t>Click to add title</a:t>
            </a:r>
            <a:endParaRPr/>
          </a:p>
        </p:txBody>
      </p:sp>
      <p:sp>
        <p:nvSpPr>
          <p:cNvPr id="3" name="Placeholder 2"/>
          <p:cNvSpPr>
            <a:spLocks noGrp="1"/>
          </p:cNvSpPr>
          <p:nvPr>
            <p:ph type="body" idx="1"/>
          </p:nvPr>
        </p:nvSpPr>
        <p:spPr>
          <a:xfrm>
            <a:off x="1897466" y="1276350"/>
            <a:ext cx="6673850" cy="2762251"/>
          </a:xfrm>
          <a:prstGeom prst="rect">
            <a:avLst/>
          </a:prstGeom>
        </p:spPr>
        <p:txBody>
          <a:bodyPr wrap="square" lIns="0" tIns="0" rIns="0" bIns="0">
            <a:noAutofit/>
          </a:bodyPr>
          <a:lstStyle>
            <a:lvl1pPr>
              <a:defRPr sz="1000" b="0" i="0">
                <a:solidFill>
                  <a:srgbClr val="3C3C3B"/>
                </a:solidFill>
                <a:latin typeface="Arial"/>
                <a:cs typeface="Arial"/>
              </a:defRPr>
            </a:lvl1pPr>
          </a:lstStyle>
          <a:p>
            <a:pPr marL="171450" indent="-171450">
              <a:buClr>
                <a:schemeClr val="tx2"/>
              </a:buClr>
              <a:buFont typeface="System Font Regular"/>
              <a:buChar char="-"/>
            </a:pPr>
            <a:r>
              <a:rPr lang="en-GB" sz="1000">
                <a:solidFill>
                  <a:schemeClr val="tx2"/>
                </a:solidFill>
                <a:latin typeface="+mn-lt"/>
              </a:rPr>
              <a:t>Click to edit Master text styles</a:t>
            </a:r>
          </a:p>
          <a:p>
            <a:pPr marL="628650" lvl="1" indent="-171450">
              <a:buClr>
                <a:schemeClr val="tx2"/>
              </a:buClr>
              <a:buFont typeface="System Font Regular"/>
              <a:buChar char="-"/>
            </a:pPr>
            <a:r>
              <a:rPr lang="en-GB" sz="1000">
                <a:solidFill>
                  <a:schemeClr val="tx2"/>
                </a:solidFill>
                <a:latin typeface="+mn-lt"/>
              </a:rPr>
              <a:t>Second level</a:t>
            </a:r>
          </a:p>
          <a:p>
            <a:pPr marL="1085850" lvl="2" indent="-171450">
              <a:buClr>
                <a:schemeClr val="tx2"/>
              </a:buClr>
              <a:buFont typeface="System Font Regular"/>
              <a:buChar char="-"/>
            </a:pPr>
            <a:r>
              <a:rPr lang="en-GB" sz="1000">
                <a:solidFill>
                  <a:schemeClr val="tx2"/>
                </a:solidFill>
                <a:latin typeface="+mn-lt"/>
              </a:rPr>
              <a:t>Third level</a:t>
            </a:r>
          </a:p>
          <a:p>
            <a:pPr marL="1543050" lvl="3" indent="-171450">
              <a:buClr>
                <a:schemeClr val="tx2"/>
              </a:buClr>
              <a:buFont typeface="System Font Regular"/>
              <a:buChar char="-"/>
            </a:pPr>
            <a:r>
              <a:rPr lang="en-GB" sz="1000">
                <a:solidFill>
                  <a:schemeClr val="tx2"/>
                </a:solidFill>
                <a:latin typeface="+mn-lt"/>
              </a:rPr>
              <a:t>Fourth level</a:t>
            </a:r>
          </a:p>
          <a:p>
            <a:pPr marL="2000250" lvl="4" indent="-171450">
              <a:buClr>
                <a:schemeClr val="tx2"/>
              </a:buClr>
              <a:buFont typeface="System Font Regular"/>
              <a:buChar char="-"/>
            </a:pPr>
            <a:r>
              <a:rPr lang="en-GB" sz="1000">
                <a:solidFill>
                  <a:schemeClr val="tx2"/>
                </a:solidFill>
                <a:latin typeface="+mn-lt"/>
              </a:rPr>
              <a:t>Fifth level</a:t>
            </a:r>
            <a:endParaRPr lang="en-US" sz="1000">
              <a:solidFill>
                <a:schemeClr val="tx2"/>
              </a:solidFill>
              <a:latin typeface="+mn-lt"/>
            </a:endParaRPr>
          </a:p>
          <a:p>
            <a:endParaRPr/>
          </a:p>
        </p:txBody>
      </p:sp>
      <p:sp>
        <p:nvSpPr>
          <p:cNvPr id="12" name="Placeholder 3">
            <a:extLst>
              <a:ext uri="{FF2B5EF4-FFF2-40B4-BE49-F238E27FC236}">
                <a16:creationId xmlns:a16="http://schemas.microsoft.com/office/drawing/2014/main" id="{6C0811DA-1436-1C90-68E8-D6A920491400}"/>
              </a:ext>
            </a:extLst>
          </p:cNvPr>
          <p:cNvSpPr txBox="1"/>
          <p:nvPr userDrawn="1"/>
        </p:nvSpPr>
        <p:spPr>
          <a:xfrm>
            <a:off x="568325" y="4781550"/>
            <a:ext cx="942975" cy="118110"/>
          </a:xfrm>
          <a:prstGeom prst="rect">
            <a:avLst/>
          </a:prstGeom>
        </p:spPr>
        <p:txBody>
          <a:bodyPr vert="horz" wrap="square" lIns="0" tIns="4445" rIns="0" bIns="0" rtlCol="0">
            <a:spAutoFit/>
          </a:bodyPr>
          <a:lstStyle/>
          <a:p>
            <a:pPr marL="12700">
              <a:lnSpc>
                <a:spcPct val="100000"/>
              </a:lnSpc>
              <a:spcBef>
                <a:spcPts val="35"/>
              </a:spcBef>
            </a:pPr>
            <a:r>
              <a:rPr sz="650">
                <a:solidFill>
                  <a:srgbClr val="3C3C3B"/>
                </a:solidFill>
                <a:latin typeface="Arial"/>
                <a:cs typeface="Arial"/>
              </a:rPr>
              <a:t>The</a:t>
            </a:r>
            <a:r>
              <a:rPr sz="650" spc="15">
                <a:solidFill>
                  <a:srgbClr val="3C3C3B"/>
                </a:solidFill>
                <a:latin typeface="Arial"/>
                <a:cs typeface="Arial"/>
              </a:rPr>
              <a:t> </a:t>
            </a:r>
            <a:r>
              <a:rPr sz="650" spc="-10">
                <a:solidFill>
                  <a:srgbClr val="3C3C3B"/>
                </a:solidFill>
                <a:latin typeface="Arial"/>
                <a:cs typeface="Arial"/>
              </a:rPr>
              <a:t>University</a:t>
            </a:r>
            <a:r>
              <a:rPr sz="650" spc="10">
                <a:solidFill>
                  <a:srgbClr val="3C3C3B"/>
                </a:solidFill>
                <a:latin typeface="Arial"/>
                <a:cs typeface="Arial"/>
              </a:rPr>
              <a:t> </a:t>
            </a:r>
            <a:r>
              <a:rPr sz="650">
                <a:solidFill>
                  <a:srgbClr val="3C3C3B"/>
                </a:solidFill>
                <a:latin typeface="Arial"/>
                <a:cs typeface="Arial"/>
              </a:rPr>
              <a:t>of</a:t>
            </a:r>
            <a:r>
              <a:rPr sz="650" spc="15">
                <a:solidFill>
                  <a:srgbClr val="3C3C3B"/>
                </a:solidFill>
                <a:latin typeface="Arial"/>
                <a:cs typeface="Arial"/>
              </a:rPr>
              <a:t> </a:t>
            </a:r>
            <a:r>
              <a:rPr sz="650" spc="-10">
                <a:solidFill>
                  <a:srgbClr val="3C3C3B"/>
                </a:solidFill>
                <a:latin typeface="Arial"/>
                <a:cs typeface="Arial"/>
              </a:rPr>
              <a:t>Sydney</a:t>
            </a:r>
            <a:endParaRPr sz="650">
              <a:latin typeface="Arial"/>
              <a:cs typeface="Arial"/>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741" r:id="rId3"/>
    <p:sldLayoutId id="2147483704" r:id="rId4"/>
    <p:sldLayoutId id="2147483680" r:id="rId5"/>
    <p:sldLayoutId id="2147483681" r:id="rId6"/>
    <p:sldLayoutId id="2147483662" r:id="rId7"/>
    <p:sldLayoutId id="2147483668" r:id="rId8"/>
    <p:sldLayoutId id="2147483669" r:id="rId9"/>
    <p:sldLayoutId id="2147483667" r:id="rId10"/>
    <p:sldLayoutId id="2147483670" r:id="rId11"/>
    <p:sldLayoutId id="2147483666" r:id="rId12"/>
    <p:sldLayoutId id="2147483744" r:id="rId13"/>
    <p:sldLayoutId id="2147483671" r:id="rId14"/>
    <p:sldLayoutId id="2147483663" r:id="rId15"/>
    <p:sldLayoutId id="2147483672" r:id="rId16"/>
    <p:sldLayoutId id="2147483742" r:id="rId17"/>
    <p:sldLayoutId id="2147483743" r:id="rId18"/>
    <p:sldLayoutId id="2147483673" r:id="rId19"/>
    <p:sldLayoutId id="2147483674" r:id="rId20"/>
    <p:sldLayoutId id="2147483675" r:id="rId21"/>
    <p:sldLayoutId id="2147483676" r:id="rId22"/>
    <p:sldLayoutId id="2147483677" r:id="rId23"/>
    <p:sldLayoutId id="2147483740" r:id="rId24"/>
    <p:sldLayoutId id="2147483678" r:id="rId25"/>
    <p:sldLayoutId id="2147483679" r:id="rId26"/>
  </p:sldLayoutIdLst>
  <p:txStyles>
    <p:titleStyle>
      <a:lvl1pPr>
        <a:defRPr>
          <a:solidFill>
            <a:schemeClr val="accent1"/>
          </a:solidFill>
          <a:latin typeface="Times" pitchFamily="2" charset="0"/>
          <a:ea typeface="+mj-ea"/>
          <a:cs typeface="+mj-cs"/>
        </a:defRPr>
      </a:lvl1pPr>
    </p:titleStyle>
    <p:bodyStyle>
      <a:lvl1pPr marL="171450" indent="-171450">
        <a:buClr>
          <a:schemeClr val="tx2"/>
        </a:buClr>
        <a:buFont typeface="Arial" panose="020B0604020202020204" pitchFamily="34" charset="0"/>
        <a:buChar char="•"/>
        <a:defRPr>
          <a:solidFill>
            <a:schemeClr val="tx1"/>
          </a:solidFill>
          <a:latin typeface="+mn-lt"/>
          <a:ea typeface="+mn-ea"/>
          <a:cs typeface="+mn-cs"/>
        </a:defRPr>
      </a:lvl1pPr>
      <a:lvl2pPr marL="457200">
        <a:buFont typeface="Arial" panose="020B0604020202020204" pitchFamily="34" charset="0"/>
        <a:buChar char="•"/>
        <a:defRPr>
          <a:solidFill>
            <a:schemeClr val="tx1"/>
          </a:solidFill>
          <a:latin typeface="+mn-lt"/>
          <a:ea typeface="+mn-ea"/>
          <a:cs typeface="+mn-cs"/>
        </a:defRPr>
      </a:lvl2pPr>
      <a:lvl3pPr marL="914400">
        <a:buFont typeface="Arial" panose="020B0604020202020204" pitchFamily="34" charset="0"/>
        <a:buChar char="•"/>
        <a:defRPr>
          <a:solidFill>
            <a:schemeClr val="tx1"/>
          </a:solidFill>
          <a:latin typeface="+mn-lt"/>
          <a:ea typeface="+mn-ea"/>
          <a:cs typeface="+mn-cs"/>
        </a:defRPr>
      </a:lvl3pPr>
      <a:lvl4pPr marL="1371600">
        <a:buFont typeface="Arial" panose="020B0604020202020204" pitchFamily="34" charset="0"/>
        <a:buChar char="•"/>
        <a:defRPr>
          <a:solidFill>
            <a:schemeClr val="tx1"/>
          </a:solidFill>
          <a:latin typeface="+mn-lt"/>
          <a:ea typeface="+mn-ea"/>
          <a:cs typeface="+mn-cs"/>
        </a:defRPr>
      </a:lvl4pPr>
      <a:lvl5pPr marL="1828800">
        <a:buFont typeface="Arial" panose="020B0604020202020204" pitchFamily="34" charset="0"/>
        <a:buChar char="•"/>
        <a:defRPr>
          <a:solidFill>
            <a:schemeClr val="tx1"/>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4" orient="horz" pos="362" userDrawn="1">
          <p15:clr>
            <a:srgbClr val="A4A3A4"/>
          </p15:clr>
        </p15:guide>
        <p15:guide id="6" orient="horz" pos="1131" userDrawn="1">
          <p15:clr>
            <a:srgbClr val="A4A3A4"/>
          </p15:clr>
        </p15:guide>
        <p15:guide id="8" orient="horz" pos="2876" userDrawn="1">
          <p15:clr>
            <a:srgbClr val="A4A3A4"/>
          </p15:clr>
        </p15:guide>
        <p15:guide id="9" pos="360" userDrawn="1">
          <p15:clr>
            <a:srgbClr val="A4A3A4"/>
          </p15:clr>
        </p15:guide>
        <p15:guide id="10" pos="5396" userDrawn="1">
          <p15:clr>
            <a:srgbClr val="A4A3A4"/>
          </p15:clr>
        </p15:guide>
        <p15:guide id="11" pos="1185" userDrawn="1">
          <p15:clr>
            <a:srgbClr val="A4A3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77850" y="514350"/>
            <a:ext cx="7988300" cy="369332"/>
          </a:xfrm>
          <a:prstGeom prst="rect">
            <a:avLst/>
          </a:prstGeom>
        </p:spPr>
        <p:txBody>
          <a:bodyPr wrap="square" lIns="0" tIns="0" rIns="0" bIns="0">
            <a:spAutoFit/>
          </a:bodyPr>
          <a:lstStyle>
            <a:lvl1pPr>
              <a:defRPr sz="2400" b="0" i="0">
                <a:solidFill>
                  <a:srgbClr val="E64626"/>
                </a:solidFill>
                <a:latin typeface="Times New Roman"/>
                <a:cs typeface="Times New Roman"/>
              </a:defRPr>
            </a:lvl1pPr>
          </a:lstStyle>
          <a:p>
            <a:r>
              <a:rPr lang="en-AU"/>
              <a:t>Click to add title</a:t>
            </a:r>
            <a:endParaRPr/>
          </a:p>
        </p:txBody>
      </p:sp>
      <p:sp>
        <p:nvSpPr>
          <p:cNvPr id="12" name="Placeholder 3">
            <a:extLst>
              <a:ext uri="{FF2B5EF4-FFF2-40B4-BE49-F238E27FC236}">
                <a16:creationId xmlns:a16="http://schemas.microsoft.com/office/drawing/2014/main" id="{6C0811DA-1436-1C90-68E8-D6A920491400}"/>
              </a:ext>
            </a:extLst>
          </p:cNvPr>
          <p:cNvSpPr txBox="1"/>
          <p:nvPr userDrawn="1"/>
        </p:nvSpPr>
        <p:spPr>
          <a:xfrm>
            <a:off x="568325" y="4781550"/>
            <a:ext cx="942975" cy="118110"/>
          </a:xfrm>
          <a:prstGeom prst="rect">
            <a:avLst/>
          </a:prstGeom>
        </p:spPr>
        <p:txBody>
          <a:bodyPr vert="horz" wrap="square" lIns="0" tIns="4445" rIns="0" bIns="0" rtlCol="0">
            <a:spAutoFit/>
          </a:bodyPr>
          <a:lstStyle/>
          <a:p>
            <a:pPr marL="12700">
              <a:lnSpc>
                <a:spcPct val="100000"/>
              </a:lnSpc>
              <a:spcBef>
                <a:spcPts val="35"/>
              </a:spcBef>
            </a:pPr>
            <a:r>
              <a:rPr sz="650">
                <a:solidFill>
                  <a:srgbClr val="3C3C3B"/>
                </a:solidFill>
                <a:latin typeface="Arial"/>
                <a:cs typeface="Arial"/>
              </a:rPr>
              <a:t>The</a:t>
            </a:r>
            <a:r>
              <a:rPr sz="650" spc="15">
                <a:solidFill>
                  <a:srgbClr val="3C3C3B"/>
                </a:solidFill>
                <a:latin typeface="Arial"/>
                <a:cs typeface="Arial"/>
              </a:rPr>
              <a:t> </a:t>
            </a:r>
            <a:r>
              <a:rPr sz="650" spc="-10">
                <a:solidFill>
                  <a:srgbClr val="3C3C3B"/>
                </a:solidFill>
                <a:latin typeface="Arial"/>
                <a:cs typeface="Arial"/>
              </a:rPr>
              <a:t>University</a:t>
            </a:r>
            <a:r>
              <a:rPr sz="650" spc="10">
                <a:solidFill>
                  <a:srgbClr val="3C3C3B"/>
                </a:solidFill>
                <a:latin typeface="Arial"/>
                <a:cs typeface="Arial"/>
              </a:rPr>
              <a:t> </a:t>
            </a:r>
            <a:r>
              <a:rPr sz="650">
                <a:solidFill>
                  <a:srgbClr val="3C3C3B"/>
                </a:solidFill>
                <a:latin typeface="Arial"/>
                <a:cs typeface="Arial"/>
              </a:rPr>
              <a:t>of</a:t>
            </a:r>
            <a:r>
              <a:rPr sz="650" spc="15">
                <a:solidFill>
                  <a:srgbClr val="3C3C3B"/>
                </a:solidFill>
                <a:latin typeface="Arial"/>
                <a:cs typeface="Arial"/>
              </a:rPr>
              <a:t> </a:t>
            </a:r>
            <a:r>
              <a:rPr sz="650" spc="-10">
                <a:solidFill>
                  <a:srgbClr val="3C3C3B"/>
                </a:solidFill>
                <a:latin typeface="Arial"/>
                <a:cs typeface="Arial"/>
              </a:rPr>
              <a:t>Sydney</a:t>
            </a:r>
            <a:endParaRPr sz="650">
              <a:latin typeface="Arial"/>
              <a:cs typeface="Arial"/>
            </a:endParaRPr>
          </a:p>
        </p:txBody>
      </p:sp>
    </p:spTree>
    <p:extLst>
      <p:ext uri="{BB962C8B-B14F-4D97-AF65-F5344CB8AC3E}">
        <p14:creationId xmlns:p14="http://schemas.microsoft.com/office/powerpoint/2010/main" val="1310910778"/>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 id="2147483771" r:id="rId18"/>
    <p:sldLayoutId id="2147483772" r:id="rId19"/>
    <p:sldLayoutId id="2147483773" r:id="rId20"/>
    <p:sldLayoutId id="2147483774" r:id="rId21"/>
    <p:sldLayoutId id="2147483775" r:id="rId22"/>
    <p:sldLayoutId id="2147483776" r:id="rId23"/>
    <p:sldLayoutId id="2147483777" r:id="rId24"/>
    <p:sldLayoutId id="2147483778" r:id="rId25"/>
    <p:sldLayoutId id="2147483779" r:id="rId26"/>
    <p:sldLayoutId id="2147483780" r:id="rId27"/>
  </p:sldLayoutIdLst>
  <p:txStyles>
    <p:titleStyle>
      <a:lvl1pPr>
        <a:defRPr>
          <a:solidFill>
            <a:schemeClr val="accent1"/>
          </a:solidFill>
          <a:latin typeface="Times" pitchFamily="2" charset="0"/>
          <a:ea typeface="+mj-ea"/>
          <a:cs typeface="+mj-cs"/>
        </a:defRPr>
      </a:lvl1pPr>
    </p:titleStyle>
    <p:bodyStyle>
      <a:lvl1pPr marL="171450" indent="-171450">
        <a:buClr>
          <a:schemeClr val="tx2"/>
        </a:buClr>
        <a:buFont typeface="Arial" panose="020B0604020202020204" pitchFamily="34" charset="0"/>
        <a:buChar char="•"/>
        <a:defRPr>
          <a:solidFill>
            <a:schemeClr val="tx2"/>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4" orient="horz" pos="362" userDrawn="1">
          <p15:clr>
            <a:srgbClr val="A4A3A4"/>
          </p15:clr>
        </p15:guide>
        <p15:guide id="6" orient="horz" pos="1131" userDrawn="1">
          <p15:clr>
            <a:srgbClr val="A4A3A4"/>
          </p15:clr>
        </p15:guide>
        <p15:guide id="8" orient="horz" pos="2876" userDrawn="1">
          <p15:clr>
            <a:srgbClr val="A4A3A4"/>
          </p15:clr>
        </p15:guide>
        <p15:guide id="9" pos="360" userDrawn="1">
          <p15:clr>
            <a:srgbClr val="A4A3A4"/>
          </p15:clr>
        </p15:guide>
        <p15:guide id="10" pos="5396" userDrawn="1">
          <p15:clr>
            <a:srgbClr val="A4A3A4"/>
          </p15:clr>
        </p15:guide>
        <p15:guide id="11" pos="1185"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hyperlink" Target="https://www.menti.com/ali3mewmqpo7" TargetMode="External"/><Relationship Id="rId2" Type="http://schemas.openxmlformats.org/officeDocument/2006/relationships/notesSlide" Target="../notesSlides/notesSlide1.xml"/><Relationship Id="rId1" Type="http://schemas.openxmlformats.org/officeDocument/2006/relationships/slideLayout" Target="../slideLayouts/slideLayout34.xml"/><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34.xml"/><Relationship Id="rId5" Type="http://schemas.openxmlformats.org/officeDocument/2006/relationships/image" Target="../media/image19.png"/><Relationship Id="rId4" Type="http://schemas.openxmlformats.org/officeDocument/2006/relationships/image" Target="../media/image18.jpeg"/></Relationships>
</file>

<file path=ppt/slides/_rels/slide5.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notesSlide" Target="../notesSlides/notesSlide3.xml"/><Relationship Id="rId1" Type="http://schemas.openxmlformats.org/officeDocument/2006/relationships/slideLayout" Target="../slideLayouts/slideLayout34.xml"/><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31.svg"/><Relationship Id="rId7" Type="http://schemas.openxmlformats.org/officeDocument/2006/relationships/image" Target="../media/image35.svg"/><Relationship Id="rId2" Type="http://schemas.openxmlformats.org/officeDocument/2006/relationships/image" Target="../media/image30.png"/><Relationship Id="rId1" Type="http://schemas.openxmlformats.org/officeDocument/2006/relationships/slideLayout" Target="../slideLayouts/slideLayout34.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NicoleDeLaMata/AdvancedSurvival" TargetMode="External"/><Relationship Id="rId2" Type="http://schemas.openxmlformats.org/officeDocument/2006/relationships/notesSlide" Target="../notesSlides/notesSlide9.xml"/><Relationship Id="rId1" Type="http://schemas.openxmlformats.org/officeDocument/2006/relationships/slideLayout" Target="../slideLayouts/slideLayout34.xml"/><Relationship Id="rId4" Type="http://schemas.openxmlformats.org/officeDocument/2006/relationships/hyperlink" Target="https://nicoledelamata.github.io/AdvancedSurvival/"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8059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4CB9B0A-4047-F9D9-6848-32C84DE58562}"/>
              </a:ext>
            </a:extLst>
          </p:cNvPr>
          <p:cNvSpPr>
            <a:spLocks noGrp="1"/>
          </p:cNvSpPr>
          <p:nvPr>
            <p:ph type="title"/>
          </p:nvPr>
        </p:nvSpPr>
        <p:spPr>
          <a:xfrm>
            <a:off x="174386" y="1076770"/>
            <a:ext cx="4243645" cy="884296"/>
          </a:xfrm>
        </p:spPr>
        <p:txBody>
          <a:bodyPr/>
          <a:lstStyle/>
          <a:p>
            <a:r>
              <a:rPr lang="en-US" sz="2400" dirty="0"/>
              <a:t>Advanced survival concepts and analysis</a:t>
            </a:r>
            <a:endParaRPr lang="en-AU" sz="2400" dirty="0"/>
          </a:p>
        </p:txBody>
      </p:sp>
    </p:spTree>
    <p:extLst>
      <p:ext uri="{BB962C8B-B14F-4D97-AF65-F5344CB8AC3E}">
        <p14:creationId xmlns:p14="http://schemas.microsoft.com/office/powerpoint/2010/main" val="1806009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52E4-6515-0FE4-2EB1-3C8B543D0D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BD6F1D-0FE8-16BF-DCBD-92011D03BE45}"/>
              </a:ext>
              <a:ext uri="{C183D7F6-B498-43B3-948B-1728B52AA6E4}">
                <adec:decorative xmlns:adec="http://schemas.microsoft.com/office/drawing/2017/decorative" val="0"/>
              </a:ext>
            </a:extLst>
          </p:cNvPr>
          <p:cNvSpPr txBox="1">
            <a:spLocks noGrp="1"/>
          </p:cNvSpPr>
          <p:nvPr>
            <p:ph type="title"/>
          </p:nvPr>
        </p:nvSpPr>
        <p:spPr>
          <a:xfrm>
            <a:off x="577850" y="514350"/>
            <a:ext cx="7988300" cy="382156"/>
          </a:xfrm>
          <a:prstGeom prst="rect">
            <a:avLst/>
          </a:prstGeom>
        </p:spPr>
        <p:txBody>
          <a:bodyPr vert="horz" wrap="square" lIns="0" tIns="12700" rIns="0" bIns="0" rtlCol="0">
            <a:spAutoFit/>
          </a:bodyPr>
          <a:lstStyle/>
          <a:p>
            <a:pPr marL="12700" marR="5080">
              <a:lnSpc>
                <a:spcPct val="100000"/>
              </a:lnSpc>
              <a:spcBef>
                <a:spcPts val="100"/>
              </a:spcBef>
            </a:pPr>
            <a:r>
              <a:rPr lang="en-AU" dirty="0"/>
              <a:t>Welcome to the workshop!</a:t>
            </a:r>
            <a:endParaRPr spc="-10" dirty="0">
              <a:solidFill>
                <a:schemeClr val="accent1"/>
              </a:solidFill>
            </a:endParaRPr>
          </a:p>
        </p:txBody>
      </p:sp>
      <p:sp>
        <p:nvSpPr>
          <p:cNvPr id="4" name="TextBox 3">
            <a:extLst>
              <a:ext uri="{FF2B5EF4-FFF2-40B4-BE49-F238E27FC236}">
                <a16:creationId xmlns:a16="http://schemas.microsoft.com/office/drawing/2014/main" id="{5D604686-A40D-0C42-4E29-105FB3BCD40B}"/>
              </a:ext>
            </a:extLst>
          </p:cNvPr>
          <p:cNvSpPr txBox="1"/>
          <p:nvPr/>
        </p:nvSpPr>
        <p:spPr>
          <a:xfrm>
            <a:off x="151647" y="2441443"/>
            <a:ext cx="4572000" cy="369332"/>
          </a:xfrm>
          <a:prstGeom prst="rect">
            <a:avLst/>
          </a:prstGeom>
          <a:noFill/>
        </p:spPr>
        <p:txBody>
          <a:bodyPr wrap="square">
            <a:spAutoFit/>
          </a:bodyPr>
          <a:lstStyle/>
          <a:p>
            <a:r>
              <a:rPr lang="en-AU" dirty="0">
                <a:hlinkClick r:id="rId3"/>
              </a:rPr>
              <a:t>https://www.menti.com/ali3mewmqpo7</a:t>
            </a:r>
            <a:r>
              <a:rPr lang="en-AU" dirty="0"/>
              <a:t> </a:t>
            </a:r>
          </a:p>
        </p:txBody>
      </p:sp>
      <p:pic>
        <p:nvPicPr>
          <p:cNvPr id="6" name="Picture 5">
            <a:extLst>
              <a:ext uri="{FF2B5EF4-FFF2-40B4-BE49-F238E27FC236}">
                <a16:creationId xmlns:a16="http://schemas.microsoft.com/office/drawing/2014/main" id="{F33203D2-E576-1EBD-8CA0-56641CFB41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56731" y="776228"/>
            <a:ext cx="3948817" cy="3948817"/>
          </a:xfrm>
          <a:prstGeom prst="rect">
            <a:avLst/>
          </a:prstGeom>
        </p:spPr>
      </p:pic>
    </p:spTree>
    <p:extLst>
      <p:ext uri="{BB962C8B-B14F-4D97-AF65-F5344CB8AC3E}">
        <p14:creationId xmlns:p14="http://schemas.microsoft.com/office/powerpoint/2010/main" val="220219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C183D7F6-B498-43B3-948B-1728B52AA6E4}">
                <adec:decorative xmlns:adec="http://schemas.microsoft.com/office/drawing/2017/decorative" val="0"/>
              </a:ext>
            </a:extLst>
          </p:cNvPr>
          <p:cNvSpPr txBox="1">
            <a:spLocks noGrp="1"/>
          </p:cNvSpPr>
          <p:nvPr>
            <p:ph type="title"/>
          </p:nvPr>
        </p:nvSpPr>
        <p:spPr>
          <a:xfrm>
            <a:off x="577850" y="514350"/>
            <a:ext cx="7988300" cy="382156"/>
          </a:xfrm>
          <a:prstGeom prst="rect">
            <a:avLst/>
          </a:prstGeom>
        </p:spPr>
        <p:txBody>
          <a:bodyPr vert="horz" wrap="square" lIns="0" tIns="12700" rIns="0" bIns="0" rtlCol="0">
            <a:spAutoFit/>
          </a:bodyPr>
          <a:lstStyle/>
          <a:p>
            <a:pPr marL="12700" marR="5080">
              <a:lnSpc>
                <a:spcPct val="100000"/>
              </a:lnSpc>
              <a:spcBef>
                <a:spcPts val="100"/>
              </a:spcBef>
            </a:pPr>
            <a:r>
              <a:rPr lang="en-AU" spc="-10" dirty="0">
                <a:solidFill>
                  <a:schemeClr val="accent1"/>
                </a:solidFill>
              </a:rPr>
              <a:t>Meet the presenters</a:t>
            </a:r>
            <a:endParaRPr spc="-10" dirty="0">
              <a:solidFill>
                <a:schemeClr val="accent1"/>
              </a:solidFill>
            </a:endParaRPr>
          </a:p>
        </p:txBody>
      </p:sp>
      <p:sp>
        <p:nvSpPr>
          <p:cNvPr id="3" name="TextBox 2">
            <a:extLst>
              <a:ext uri="{FF2B5EF4-FFF2-40B4-BE49-F238E27FC236}">
                <a16:creationId xmlns:a16="http://schemas.microsoft.com/office/drawing/2014/main" id="{B5363EE7-1EC4-CA11-AC1E-77F327D977C9}"/>
              </a:ext>
            </a:extLst>
          </p:cNvPr>
          <p:cNvSpPr txBox="1"/>
          <p:nvPr/>
        </p:nvSpPr>
        <p:spPr>
          <a:xfrm>
            <a:off x="165453" y="3969109"/>
            <a:ext cx="2737962" cy="612412"/>
          </a:xfrm>
          <a:prstGeom prst="rect">
            <a:avLst/>
          </a:prstGeom>
          <a:noFill/>
        </p:spPr>
        <p:txBody>
          <a:bodyPr wrap="square" rtlCol="0">
            <a:spAutoFit/>
          </a:bodyPr>
          <a:lstStyle/>
          <a:p>
            <a:pPr>
              <a:lnSpc>
                <a:spcPct val="200000"/>
              </a:lnSpc>
            </a:pPr>
            <a:r>
              <a:rPr lang="en-AU" sz="2000" dirty="0"/>
              <a:t>Dr Nicole De La Mata</a:t>
            </a:r>
          </a:p>
        </p:txBody>
      </p:sp>
      <p:sp>
        <p:nvSpPr>
          <p:cNvPr id="4" name="TextBox 3">
            <a:extLst>
              <a:ext uri="{FF2B5EF4-FFF2-40B4-BE49-F238E27FC236}">
                <a16:creationId xmlns:a16="http://schemas.microsoft.com/office/drawing/2014/main" id="{700BB6DB-4D68-0EEC-5820-C313199FF378}"/>
              </a:ext>
            </a:extLst>
          </p:cNvPr>
          <p:cNvSpPr txBox="1"/>
          <p:nvPr/>
        </p:nvSpPr>
        <p:spPr>
          <a:xfrm>
            <a:off x="2988137" y="3969109"/>
            <a:ext cx="3171716" cy="612412"/>
          </a:xfrm>
          <a:prstGeom prst="rect">
            <a:avLst/>
          </a:prstGeom>
          <a:noFill/>
        </p:spPr>
        <p:txBody>
          <a:bodyPr wrap="square" rtlCol="0">
            <a:spAutoFit/>
          </a:bodyPr>
          <a:lstStyle/>
          <a:p>
            <a:pPr>
              <a:lnSpc>
                <a:spcPct val="200000"/>
              </a:lnSpc>
            </a:pPr>
            <a:r>
              <a:rPr lang="en-AU" sz="2000" dirty="0"/>
              <a:t>Dr Farzaneh Boroumand</a:t>
            </a:r>
          </a:p>
        </p:txBody>
      </p:sp>
      <p:sp>
        <p:nvSpPr>
          <p:cNvPr id="5" name="TextBox 4">
            <a:extLst>
              <a:ext uri="{FF2B5EF4-FFF2-40B4-BE49-F238E27FC236}">
                <a16:creationId xmlns:a16="http://schemas.microsoft.com/office/drawing/2014/main" id="{1A92A5AA-16B9-266D-7900-0A70699EC373}"/>
              </a:ext>
            </a:extLst>
          </p:cNvPr>
          <p:cNvSpPr txBox="1"/>
          <p:nvPr/>
        </p:nvSpPr>
        <p:spPr>
          <a:xfrm>
            <a:off x="6159853" y="3969109"/>
            <a:ext cx="3171716" cy="612412"/>
          </a:xfrm>
          <a:prstGeom prst="rect">
            <a:avLst/>
          </a:prstGeom>
          <a:noFill/>
        </p:spPr>
        <p:txBody>
          <a:bodyPr wrap="square" rtlCol="0">
            <a:spAutoFit/>
          </a:bodyPr>
          <a:lstStyle/>
          <a:p>
            <a:pPr>
              <a:lnSpc>
                <a:spcPct val="200000"/>
              </a:lnSpc>
            </a:pPr>
            <a:r>
              <a:rPr lang="en-AU" sz="2000" dirty="0"/>
              <a:t>A/Prof Maarit Laaksonen</a:t>
            </a:r>
          </a:p>
        </p:txBody>
      </p:sp>
      <p:pic>
        <p:nvPicPr>
          <p:cNvPr id="9" name="Picture 8">
            <a:extLst>
              <a:ext uri="{FF2B5EF4-FFF2-40B4-BE49-F238E27FC236}">
                <a16:creationId xmlns:a16="http://schemas.microsoft.com/office/drawing/2014/main" id="{A8FDAFE5-5D4F-C75C-5057-D8FC18546B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6593" y="1071839"/>
            <a:ext cx="2043292" cy="2999821"/>
          </a:xfrm>
          <a:prstGeom prst="rect">
            <a:avLst/>
          </a:prstGeom>
        </p:spPr>
      </p:pic>
      <p:pic>
        <p:nvPicPr>
          <p:cNvPr id="1030" name="Picture 6" descr="Farzaneh Boroumand - Macquarie University">
            <a:extLst>
              <a:ext uri="{FF2B5EF4-FFF2-40B4-BE49-F238E27FC236}">
                <a16:creationId xmlns:a16="http://schemas.microsoft.com/office/drawing/2014/main" id="{AF5DD2D7-0C96-FD76-AE89-13533D2F05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6295" y="1071838"/>
            <a:ext cx="2585956" cy="299982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Meet Maarit Laaksonen – Researcher - Cancer Voices NSW">
            <a:extLst>
              <a:ext uri="{FF2B5EF4-FFF2-40B4-BE49-F238E27FC236}">
                <a16:creationId xmlns:a16="http://schemas.microsoft.com/office/drawing/2014/main" id="{C37F6CCD-9A1C-2343-1049-6EC36C5E6D8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04112" y="1071838"/>
            <a:ext cx="2283198" cy="29998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84BEC-6185-CEC4-F363-EA43740015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7CF9C9-F7E2-2ABB-AEB2-665BB830D59B}"/>
              </a:ext>
              <a:ext uri="{C183D7F6-B498-43B3-948B-1728B52AA6E4}">
                <adec:decorative xmlns:adec="http://schemas.microsoft.com/office/drawing/2017/decorative" val="0"/>
              </a:ext>
            </a:extLst>
          </p:cNvPr>
          <p:cNvSpPr txBox="1">
            <a:spLocks noGrp="1"/>
          </p:cNvSpPr>
          <p:nvPr>
            <p:ph type="title"/>
          </p:nvPr>
        </p:nvSpPr>
        <p:spPr>
          <a:xfrm>
            <a:off x="577850" y="514350"/>
            <a:ext cx="7988300" cy="382156"/>
          </a:xfrm>
          <a:prstGeom prst="rect">
            <a:avLst/>
          </a:prstGeom>
        </p:spPr>
        <p:txBody>
          <a:bodyPr vert="horz" wrap="square" lIns="0" tIns="12700" rIns="0" bIns="0" rtlCol="0">
            <a:spAutoFit/>
          </a:bodyPr>
          <a:lstStyle/>
          <a:p>
            <a:pPr marL="12700" marR="5080">
              <a:lnSpc>
                <a:spcPct val="100000"/>
              </a:lnSpc>
              <a:spcBef>
                <a:spcPts val="100"/>
              </a:spcBef>
            </a:pPr>
            <a:r>
              <a:rPr lang="en-AU" dirty="0"/>
              <a:t>Housekeeping – emergency procedures</a:t>
            </a:r>
            <a:endParaRPr spc="-10" dirty="0">
              <a:solidFill>
                <a:schemeClr val="accent1"/>
              </a:solidFill>
            </a:endParaRPr>
          </a:p>
        </p:txBody>
      </p:sp>
      <p:sp>
        <p:nvSpPr>
          <p:cNvPr id="3" name="Text Placeholder 2">
            <a:extLst>
              <a:ext uri="{FF2B5EF4-FFF2-40B4-BE49-F238E27FC236}">
                <a16:creationId xmlns:a16="http://schemas.microsoft.com/office/drawing/2014/main" id="{8E10F516-0654-6971-84B4-6E9373AC7F39}"/>
              </a:ext>
            </a:extLst>
          </p:cNvPr>
          <p:cNvSpPr txBox="1">
            <a:spLocks/>
          </p:cNvSpPr>
          <p:nvPr/>
        </p:nvSpPr>
        <p:spPr>
          <a:xfrm>
            <a:off x="296497" y="1189603"/>
            <a:ext cx="8551006" cy="3592726"/>
          </a:xfrm>
          <a:prstGeom prst="rect">
            <a:avLst/>
          </a:prstGeom>
        </p:spPr>
        <p:txBody>
          <a:bodyPr wrap="square" lIns="0" tIns="0" rIns="0" bIns="0" anchor="t">
            <a:noAutofit/>
          </a:bodyPr>
          <a:lstStyle>
            <a:defPPr>
              <a:defRPr kern="0"/>
            </a:defPPr>
            <a:lvl1pPr marL="171450" indent="-171450">
              <a:buClr>
                <a:schemeClr val="tx2"/>
              </a:buClr>
              <a:buFont typeface="Arial" panose="020B0604020202020204" pitchFamily="34" charset="0"/>
              <a:buChar char="•"/>
              <a:defRPr>
                <a:solidFill>
                  <a:schemeClr val="tx2"/>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lvl="1">
              <a:spcBef>
                <a:spcPts val="1200"/>
              </a:spcBef>
              <a:buFont typeface="Arial" panose="020B0604020202020204" pitchFamily="34" charset="0"/>
              <a:buNone/>
            </a:pPr>
            <a:r>
              <a:rPr lang="en-US" sz="1400" dirty="0"/>
              <a:t>In the unlikely event of an emergency</a:t>
            </a:r>
            <a:r>
              <a:rPr lang="en-AU" sz="1400" dirty="0"/>
              <a:t>, you may be required to evacuate. All University staff, students and visitors are required to respond to emergency alarms and follow instructions.</a:t>
            </a:r>
            <a:endParaRPr lang="en-AU" sz="1400" dirty="0">
              <a:cs typeface="Arial"/>
            </a:endParaRPr>
          </a:p>
          <a:p>
            <a:pPr lvl="2">
              <a:spcBef>
                <a:spcPts val="1600"/>
              </a:spcBef>
            </a:pPr>
            <a:r>
              <a:rPr lang="en-AU" sz="1400" b="1" dirty="0"/>
              <a:t>Check</a:t>
            </a:r>
            <a:r>
              <a:rPr lang="en-AU" sz="1400" dirty="0"/>
              <a:t> for any sign of immediate danger</a:t>
            </a:r>
            <a:endParaRPr lang="en-AU" sz="1400" dirty="0">
              <a:cs typeface="Arial"/>
            </a:endParaRPr>
          </a:p>
          <a:p>
            <a:pPr lvl="2">
              <a:spcBef>
                <a:spcPts val="1600"/>
              </a:spcBef>
            </a:pPr>
            <a:r>
              <a:rPr lang="en-AU" sz="1400" b="1" dirty="0"/>
              <a:t>Shutdown </a:t>
            </a:r>
            <a:r>
              <a:rPr lang="en-AU" sz="1400" dirty="0"/>
              <a:t>equipment/processes that cannot be left unattended</a:t>
            </a:r>
            <a:endParaRPr lang="en-AU" sz="1400" dirty="0">
              <a:cs typeface="Arial"/>
            </a:endParaRPr>
          </a:p>
          <a:p>
            <a:pPr lvl="2">
              <a:spcBef>
                <a:spcPts val="1600"/>
              </a:spcBef>
            </a:pPr>
            <a:r>
              <a:rPr lang="en-AU" sz="1400" b="1" dirty="0"/>
              <a:t>Locate</a:t>
            </a:r>
            <a:r>
              <a:rPr lang="en-AU" sz="1400" dirty="0"/>
              <a:t> your closest exit</a:t>
            </a:r>
            <a:endParaRPr lang="en-AU" sz="1400" dirty="0">
              <a:cs typeface="Arial"/>
            </a:endParaRPr>
          </a:p>
          <a:p>
            <a:pPr lvl="2">
              <a:spcBef>
                <a:spcPts val="1600"/>
              </a:spcBef>
            </a:pPr>
            <a:r>
              <a:rPr lang="en-AU" sz="1400" b="1" dirty="0"/>
              <a:t>Follow</a:t>
            </a:r>
            <a:r>
              <a:rPr lang="en-AU" sz="1400" dirty="0"/>
              <a:t> the green exit signs to find your way out of the building </a:t>
            </a:r>
            <a:r>
              <a:rPr lang="en-AU" sz="1400" b="1" dirty="0"/>
              <a:t>(do not use lifts)</a:t>
            </a:r>
            <a:endParaRPr lang="en-AU" sz="1400" b="1" dirty="0">
              <a:cs typeface="Arial"/>
            </a:endParaRPr>
          </a:p>
          <a:p>
            <a:pPr lvl="2">
              <a:spcBef>
                <a:spcPts val="1600"/>
              </a:spcBef>
            </a:pPr>
            <a:r>
              <a:rPr lang="en-AU" sz="1400" b="1" dirty="0"/>
              <a:t>Proceed</a:t>
            </a:r>
            <a:r>
              <a:rPr lang="en-AU" sz="1400" dirty="0"/>
              <a:t> to the assembly area, </a:t>
            </a:r>
            <a:r>
              <a:rPr lang="en-US" sz="1400" dirty="0"/>
              <a:t>a safe distance from the building, while waiting until the emergency is over.</a:t>
            </a:r>
            <a:endParaRPr lang="en-US" sz="1400" dirty="0">
              <a:cs typeface="Arial"/>
            </a:endParaRPr>
          </a:p>
          <a:p>
            <a:pPr marL="0" indent="0">
              <a:spcBef>
                <a:spcPts val="1200"/>
              </a:spcBef>
              <a:buFont typeface="Arial" panose="020B0604020202020204" pitchFamily="34" charset="0"/>
              <a:buNone/>
            </a:pPr>
            <a:endParaRPr lang="en-US" dirty="0"/>
          </a:p>
        </p:txBody>
      </p:sp>
      <p:grpSp>
        <p:nvGrpSpPr>
          <p:cNvPr id="4" name="Group 3">
            <a:extLst>
              <a:ext uri="{FF2B5EF4-FFF2-40B4-BE49-F238E27FC236}">
                <a16:creationId xmlns:a16="http://schemas.microsoft.com/office/drawing/2014/main" id="{FB2C853C-75B8-2F3C-4BB2-487E9B6D1203}"/>
              </a:ext>
            </a:extLst>
          </p:cNvPr>
          <p:cNvGrpSpPr/>
          <p:nvPr/>
        </p:nvGrpSpPr>
        <p:grpSpPr>
          <a:xfrm>
            <a:off x="787861" y="1748458"/>
            <a:ext cx="315602" cy="317968"/>
            <a:chOff x="6681019" y="345889"/>
            <a:chExt cx="1076633" cy="1084705"/>
          </a:xfrm>
        </p:grpSpPr>
        <p:sp>
          <p:nvSpPr>
            <p:cNvPr id="5" name="Oval 4">
              <a:extLst>
                <a:ext uri="{FF2B5EF4-FFF2-40B4-BE49-F238E27FC236}">
                  <a16:creationId xmlns:a16="http://schemas.microsoft.com/office/drawing/2014/main" id="{64B5FD42-ADD0-16D7-3627-30804BDC29D8}"/>
                </a:ext>
              </a:extLst>
            </p:cNvPr>
            <p:cNvSpPr/>
            <p:nvPr/>
          </p:nvSpPr>
          <p:spPr>
            <a:xfrm>
              <a:off x="6681019" y="353961"/>
              <a:ext cx="1076633" cy="107663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kern="0"/>
              </a:defPPr>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AU" dirty="0"/>
            </a:p>
          </p:txBody>
        </p:sp>
        <p:pic>
          <p:nvPicPr>
            <p:cNvPr id="6" name="Graphic 6" descr="Warning with solid fill">
              <a:extLst>
                <a:ext uri="{FF2B5EF4-FFF2-40B4-BE49-F238E27FC236}">
                  <a16:creationId xmlns:a16="http://schemas.microsoft.com/office/drawing/2014/main" id="{11C0F6A8-B922-598A-5661-7D4F91FE13A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69509" y="345889"/>
              <a:ext cx="914400" cy="914400"/>
            </a:xfrm>
            <a:prstGeom prst="rect">
              <a:avLst/>
            </a:prstGeom>
          </p:spPr>
        </p:pic>
      </p:grpSp>
      <p:grpSp>
        <p:nvGrpSpPr>
          <p:cNvPr id="7" name="Group 6">
            <a:extLst>
              <a:ext uri="{FF2B5EF4-FFF2-40B4-BE49-F238E27FC236}">
                <a16:creationId xmlns:a16="http://schemas.microsoft.com/office/drawing/2014/main" id="{F2FC233B-2E5A-A029-C62B-BF9C76C8E877}"/>
              </a:ext>
            </a:extLst>
          </p:cNvPr>
          <p:cNvGrpSpPr/>
          <p:nvPr/>
        </p:nvGrpSpPr>
        <p:grpSpPr>
          <a:xfrm>
            <a:off x="787861" y="2201722"/>
            <a:ext cx="315602" cy="315602"/>
            <a:chOff x="6047231" y="2056421"/>
            <a:chExt cx="1076633" cy="1076633"/>
          </a:xfrm>
        </p:grpSpPr>
        <p:sp>
          <p:nvSpPr>
            <p:cNvPr id="8" name="Oval 7">
              <a:extLst>
                <a:ext uri="{FF2B5EF4-FFF2-40B4-BE49-F238E27FC236}">
                  <a16:creationId xmlns:a16="http://schemas.microsoft.com/office/drawing/2014/main" id="{F447DE29-49B3-6E74-824A-FE21883012E3}"/>
                </a:ext>
              </a:extLst>
            </p:cNvPr>
            <p:cNvSpPr/>
            <p:nvPr/>
          </p:nvSpPr>
          <p:spPr>
            <a:xfrm>
              <a:off x="6047231" y="2056421"/>
              <a:ext cx="1076633" cy="107663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kern="0"/>
              </a:defPPr>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AU" dirty="0"/>
            </a:p>
          </p:txBody>
        </p:sp>
        <p:pic>
          <p:nvPicPr>
            <p:cNvPr id="9" name="Graphic 12" descr="Power with solid fill">
              <a:extLst>
                <a:ext uri="{FF2B5EF4-FFF2-40B4-BE49-F238E27FC236}">
                  <a16:creationId xmlns:a16="http://schemas.microsoft.com/office/drawing/2014/main" id="{0CFCD711-9AA1-E5D6-E85D-757F8E3BA1F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28347" y="2114550"/>
              <a:ext cx="914400" cy="914400"/>
            </a:xfrm>
            <a:prstGeom prst="rect">
              <a:avLst/>
            </a:prstGeom>
          </p:spPr>
        </p:pic>
      </p:grpSp>
      <p:grpSp>
        <p:nvGrpSpPr>
          <p:cNvPr id="10" name="Group 9">
            <a:extLst>
              <a:ext uri="{FF2B5EF4-FFF2-40B4-BE49-F238E27FC236}">
                <a16:creationId xmlns:a16="http://schemas.microsoft.com/office/drawing/2014/main" id="{253C1FFA-3E35-8CEB-A3BA-01AF35AADFFB}"/>
              </a:ext>
            </a:extLst>
          </p:cNvPr>
          <p:cNvGrpSpPr/>
          <p:nvPr/>
        </p:nvGrpSpPr>
        <p:grpSpPr>
          <a:xfrm>
            <a:off x="787861" y="2626177"/>
            <a:ext cx="315602" cy="315602"/>
            <a:chOff x="7083306" y="2056422"/>
            <a:chExt cx="1076633" cy="1076633"/>
          </a:xfrm>
        </p:grpSpPr>
        <p:sp>
          <p:nvSpPr>
            <p:cNvPr id="11" name="Oval 10">
              <a:extLst>
                <a:ext uri="{FF2B5EF4-FFF2-40B4-BE49-F238E27FC236}">
                  <a16:creationId xmlns:a16="http://schemas.microsoft.com/office/drawing/2014/main" id="{9843337C-805B-A203-404F-EA5D97FCACF2}"/>
                </a:ext>
              </a:extLst>
            </p:cNvPr>
            <p:cNvSpPr/>
            <p:nvPr/>
          </p:nvSpPr>
          <p:spPr>
            <a:xfrm>
              <a:off x="7083306" y="2056422"/>
              <a:ext cx="1076633" cy="107663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kern="0"/>
              </a:defPPr>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AU" dirty="0"/>
            </a:p>
          </p:txBody>
        </p:sp>
        <p:pic>
          <p:nvPicPr>
            <p:cNvPr id="12" name="Graphic 9" descr="Treasure Map with solid fill">
              <a:extLst>
                <a:ext uri="{FF2B5EF4-FFF2-40B4-BE49-F238E27FC236}">
                  <a16:creationId xmlns:a16="http://schemas.microsoft.com/office/drawing/2014/main" id="{39FFCA24-78FB-E906-4943-141081BBA6B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64422" y="2137538"/>
              <a:ext cx="914400" cy="914400"/>
            </a:xfrm>
            <a:prstGeom prst="rect">
              <a:avLst/>
            </a:prstGeom>
          </p:spPr>
        </p:pic>
      </p:grpSp>
      <p:grpSp>
        <p:nvGrpSpPr>
          <p:cNvPr id="13" name="Group 12">
            <a:extLst>
              <a:ext uri="{FF2B5EF4-FFF2-40B4-BE49-F238E27FC236}">
                <a16:creationId xmlns:a16="http://schemas.microsoft.com/office/drawing/2014/main" id="{B40CB408-2F5F-B810-F29A-FF7E135E50BB}"/>
              </a:ext>
            </a:extLst>
          </p:cNvPr>
          <p:cNvGrpSpPr/>
          <p:nvPr/>
        </p:nvGrpSpPr>
        <p:grpSpPr>
          <a:xfrm>
            <a:off x="787860" y="3009901"/>
            <a:ext cx="315602" cy="315602"/>
            <a:chOff x="2100196" y="3523471"/>
            <a:chExt cx="1076633" cy="1076633"/>
          </a:xfrm>
        </p:grpSpPr>
        <p:sp>
          <p:nvSpPr>
            <p:cNvPr id="14" name="Oval 13">
              <a:extLst>
                <a:ext uri="{FF2B5EF4-FFF2-40B4-BE49-F238E27FC236}">
                  <a16:creationId xmlns:a16="http://schemas.microsoft.com/office/drawing/2014/main" id="{CAA0366E-5D14-64F0-0B42-4BF04B0936E2}"/>
                </a:ext>
              </a:extLst>
            </p:cNvPr>
            <p:cNvSpPr/>
            <p:nvPr/>
          </p:nvSpPr>
          <p:spPr>
            <a:xfrm>
              <a:off x="2100196" y="3523471"/>
              <a:ext cx="1076633" cy="107663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kern="0"/>
              </a:defPPr>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AU" dirty="0"/>
            </a:p>
          </p:txBody>
        </p:sp>
        <p:pic>
          <p:nvPicPr>
            <p:cNvPr id="15" name="Graphic 15" descr="Exit with solid fill">
              <a:extLst>
                <a:ext uri="{FF2B5EF4-FFF2-40B4-BE49-F238E27FC236}">
                  <a16:creationId xmlns:a16="http://schemas.microsoft.com/office/drawing/2014/main" id="{0E13647B-01DB-7ED5-87EC-F055FB4D286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62429" y="3604587"/>
              <a:ext cx="914400" cy="914400"/>
            </a:xfrm>
            <a:prstGeom prst="rect">
              <a:avLst/>
            </a:prstGeom>
          </p:spPr>
        </p:pic>
      </p:grpSp>
      <p:grpSp>
        <p:nvGrpSpPr>
          <p:cNvPr id="16" name="Group 15">
            <a:extLst>
              <a:ext uri="{FF2B5EF4-FFF2-40B4-BE49-F238E27FC236}">
                <a16:creationId xmlns:a16="http://schemas.microsoft.com/office/drawing/2014/main" id="{A9428B0A-D741-EBE5-BB3F-F799CFE275D9}"/>
              </a:ext>
            </a:extLst>
          </p:cNvPr>
          <p:cNvGrpSpPr/>
          <p:nvPr/>
        </p:nvGrpSpPr>
        <p:grpSpPr>
          <a:xfrm>
            <a:off x="787860" y="3488612"/>
            <a:ext cx="315602" cy="315602"/>
            <a:chOff x="4275368" y="3207252"/>
            <a:chExt cx="1076633" cy="1076633"/>
          </a:xfrm>
        </p:grpSpPr>
        <p:sp>
          <p:nvSpPr>
            <p:cNvPr id="17" name="Oval 16">
              <a:extLst>
                <a:ext uri="{FF2B5EF4-FFF2-40B4-BE49-F238E27FC236}">
                  <a16:creationId xmlns:a16="http://schemas.microsoft.com/office/drawing/2014/main" id="{4C7B7F32-8919-8457-F893-B8CBC3B3E12B}"/>
                </a:ext>
              </a:extLst>
            </p:cNvPr>
            <p:cNvSpPr/>
            <p:nvPr/>
          </p:nvSpPr>
          <p:spPr>
            <a:xfrm>
              <a:off x="4275368" y="3207252"/>
              <a:ext cx="1076633" cy="107663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kern="0"/>
              </a:defPPr>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AU" dirty="0"/>
            </a:p>
          </p:txBody>
        </p:sp>
        <p:pic>
          <p:nvPicPr>
            <p:cNvPr id="18" name="Graphic 18" descr="Walk with solid fill">
              <a:extLst>
                <a:ext uri="{FF2B5EF4-FFF2-40B4-BE49-F238E27FC236}">
                  <a16:creationId xmlns:a16="http://schemas.microsoft.com/office/drawing/2014/main" id="{F77D2B91-AC73-FAC7-DD44-CFCFDC8CD83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356484" y="3288368"/>
              <a:ext cx="914400" cy="914400"/>
            </a:xfrm>
            <a:prstGeom prst="rect">
              <a:avLst/>
            </a:prstGeom>
          </p:spPr>
        </p:pic>
      </p:grpSp>
    </p:spTree>
    <p:extLst>
      <p:ext uri="{BB962C8B-B14F-4D97-AF65-F5344CB8AC3E}">
        <p14:creationId xmlns:p14="http://schemas.microsoft.com/office/powerpoint/2010/main" val="3168694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C0FC2-053E-D451-5C0A-5F5ED8423A4F}"/>
            </a:ext>
          </a:extLst>
        </p:cNvPr>
        <p:cNvGrpSpPr/>
        <p:nvPr/>
      </p:nvGrpSpPr>
      <p:grpSpPr>
        <a:xfrm>
          <a:off x="0" y="0"/>
          <a:ext cx="0" cy="0"/>
          <a:chOff x="0" y="0"/>
          <a:chExt cx="0" cy="0"/>
        </a:xfrm>
      </p:grpSpPr>
      <p:sp>
        <p:nvSpPr>
          <p:cNvPr id="4" name="Text Placeholder 2">
            <a:extLst>
              <a:ext uri="{FF2B5EF4-FFF2-40B4-BE49-F238E27FC236}">
                <a16:creationId xmlns:a16="http://schemas.microsoft.com/office/drawing/2014/main" id="{4D70A5D2-56FD-F4D2-7351-D2366B76322E}"/>
              </a:ext>
            </a:extLst>
          </p:cNvPr>
          <p:cNvSpPr txBox="1">
            <a:spLocks/>
          </p:cNvSpPr>
          <p:nvPr/>
        </p:nvSpPr>
        <p:spPr>
          <a:xfrm>
            <a:off x="197620" y="1121047"/>
            <a:ext cx="8551006" cy="526705"/>
          </a:xfrm>
          <a:prstGeom prst="rect">
            <a:avLst/>
          </a:prstGeom>
        </p:spPr>
        <p:txBody>
          <a:bodyPr wrap="square" lIns="0" tIns="0" rIns="0" bIns="0" anchor="t">
            <a:noAutofit/>
          </a:bodyPr>
          <a:lstStyle>
            <a:lvl1pPr marL="171450" indent="-171450">
              <a:buClr>
                <a:schemeClr val="tx2"/>
              </a:buClr>
              <a:buFont typeface="Arial" panose="020B0604020202020204" pitchFamily="34" charset="0"/>
              <a:buChar char="•"/>
              <a:defRPr>
                <a:solidFill>
                  <a:schemeClr val="tx2"/>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lvl="1">
              <a:spcBef>
                <a:spcPts val="1200"/>
              </a:spcBef>
              <a:buFont typeface="Arial" panose="020B0604020202020204" pitchFamily="34" charset="0"/>
              <a:buNone/>
            </a:pPr>
            <a:r>
              <a:rPr lang="en-US" sz="1400" dirty="0"/>
              <a:t>We are committed to providing a safe and healthy learning environment that is free from bullying, unlawful harassment and discrimination. </a:t>
            </a:r>
            <a:endParaRPr lang="en-AU" sz="1400" dirty="0">
              <a:cs typeface="Arial"/>
            </a:endParaRPr>
          </a:p>
          <a:p>
            <a:pPr lvl="2">
              <a:spcBef>
                <a:spcPts val="1600"/>
              </a:spcBef>
              <a:buFont typeface="Arial" panose="020B0604020202020204" pitchFamily="34" charset="0"/>
              <a:buNone/>
            </a:pPr>
            <a:endParaRPr lang="en-AU" sz="1400" dirty="0">
              <a:cs typeface="Arial"/>
            </a:endParaRPr>
          </a:p>
          <a:p>
            <a:pPr lvl="2">
              <a:spcBef>
                <a:spcPts val="1600"/>
              </a:spcBef>
              <a:buFont typeface="Arial" panose="020B0604020202020204" pitchFamily="34" charset="0"/>
              <a:buNone/>
            </a:pPr>
            <a:endParaRPr lang="en-AU" sz="1400" dirty="0">
              <a:cs typeface="Arial"/>
            </a:endParaRPr>
          </a:p>
          <a:p>
            <a:pPr lvl="2">
              <a:spcBef>
                <a:spcPts val="1600"/>
              </a:spcBef>
            </a:pPr>
            <a:endParaRPr lang="en-AU" sz="1400" b="1" dirty="0">
              <a:solidFill>
                <a:srgbClr val="414141"/>
              </a:solidFill>
              <a:cs typeface="Arial" panose="020B0604020202020204"/>
            </a:endParaRPr>
          </a:p>
          <a:p>
            <a:pPr marL="0" indent="0">
              <a:spcBef>
                <a:spcPts val="1200"/>
              </a:spcBef>
              <a:buFont typeface="Arial" panose="020B0604020202020204" pitchFamily="34" charset="0"/>
              <a:buNone/>
            </a:pPr>
            <a:endParaRPr lang="en-US" dirty="0"/>
          </a:p>
        </p:txBody>
      </p:sp>
      <p:pic>
        <p:nvPicPr>
          <p:cNvPr id="5" name="Graphic 4" descr="Chat outline">
            <a:extLst>
              <a:ext uri="{FF2B5EF4-FFF2-40B4-BE49-F238E27FC236}">
                <a16:creationId xmlns:a16="http://schemas.microsoft.com/office/drawing/2014/main" id="{0B99D07C-8D87-87DE-2385-C7665E481B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5308" y="2575197"/>
            <a:ext cx="466467" cy="489636"/>
          </a:xfrm>
          <a:prstGeom prst="rect">
            <a:avLst/>
          </a:prstGeom>
        </p:spPr>
      </p:pic>
      <p:pic>
        <p:nvPicPr>
          <p:cNvPr id="7" name="Graphic 6" descr="Cheers outline">
            <a:extLst>
              <a:ext uri="{FF2B5EF4-FFF2-40B4-BE49-F238E27FC236}">
                <a16:creationId xmlns:a16="http://schemas.microsoft.com/office/drawing/2014/main" id="{470A160E-3F71-DB35-9B83-70491044526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3030" y="3432446"/>
            <a:ext cx="458745" cy="458745"/>
          </a:xfrm>
          <a:prstGeom prst="rect">
            <a:avLst/>
          </a:prstGeom>
        </p:spPr>
      </p:pic>
      <p:sp>
        <p:nvSpPr>
          <p:cNvPr id="8" name="Text Placeholder 2">
            <a:extLst>
              <a:ext uri="{FF2B5EF4-FFF2-40B4-BE49-F238E27FC236}">
                <a16:creationId xmlns:a16="http://schemas.microsoft.com/office/drawing/2014/main" id="{2DDD14C0-1B10-E42C-2A4A-088C0B774986}"/>
              </a:ext>
            </a:extLst>
          </p:cNvPr>
          <p:cNvSpPr txBox="1">
            <a:spLocks/>
          </p:cNvSpPr>
          <p:nvPr/>
        </p:nvSpPr>
        <p:spPr>
          <a:xfrm>
            <a:off x="1060533" y="1723518"/>
            <a:ext cx="6770803" cy="511260"/>
          </a:xfrm>
          <a:prstGeom prst="rect">
            <a:avLst/>
          </a:prstGeom>
        </p:spPr>
        <p:txBody>
          <a:bodyPr wrap="square" lIns="0" tIns="0" rIns="0" bIns="0" anchor="t">
            <a:noAutofit/>
          </a:bodyPr>
          <a:lstStyle>
            <a:lvl1pPr marL="171450" indent="-171450">
              <a:buClr>
                <a:schemeClr val="tx1"/>
              </a:buClr>
              <a:buFont typeface="System Font Regular"/>
              <a:buChar char="-"/>
              <a:defRPr sz="1300" b="0" i="0">
                <a:solidFill>
                  <a:srgbClr val="3C3C3B"/>
                </a:solidFill>
                <a:latin typeface="Arial"/>
                <a:ea typeface="+mn-ea"/>
                <a:cs typeface="Arial"/>
              </a:defRPr>
            </a:lvl1pPr>
            <a:lvl2pPr marL="628650" indent="-171450">
              <a:buClr>
                <a:schemeClr val="tx1"/>
              </a:buClr>
              <a:buFont typeface="System Font Regular"/>
              <a:buChar char="-"/>
              <a:defRPr sz="1300">
                <a:solidFill>
                  <a:schemeClr val="tx2"/>
                </a:solidFill>
                <a:latin typeface="+mn-lt"/>
                <a:ea typeface="+mn-ea"/>
                <a:cs typeface="+mn-cs"/>
              </a:defRPr>
            </a:lvl2pPr>
            <a:lvl3pPr marL="1085850" indent="-171450">
              <a:buClr>
                <a:schemeClr val="tx1"/>
              </a:buClr>
              <a:buFont typeface="System Font Regular"/>
              <a:buChar char="-"/>
              <a:defRPr sz="1300">
                <a:solidFill>
                  <a:schemeClr val="tx2"/>
                </a:solidFill>
                <a:latin typeface="+mn-lt"/>
                <a:ea typeface="+mn-ea"/>
                <a:cs typeface="+mn-cs"/>
              </a:defRPr>
            </a:lvl3pPr>
            <a:lvl4pPr marL="1543050" indent="-171450">
              <a:buClr>
                <a:schemeClr val="tx1"/>
              </a:buClr>
              <a:buFont typeface="System Font Regular"/>
              <a:buChar char="-"/>
              <a:defRPr sz="1300">
                <a:solidFill>
                  <a:schemeClr val="tx2"/>
                </a:solidFill>
                <a:latin typeface="+mn-lt"/>
                <a:ea typeface="+mn-ea"/>
                <a:cs typeface="+mn-cs"/>
              </a:defRPr>
            </a:lvl4pPr>
            <a:lvl5pPr marL="2000250" indent="-171450">
              <a:buClr>
                <a:schemeClr val="tx1"/>
              </a:buClr>
              <a:buFont typeface="System Font Regular"/>
              <a:buChar char="-"/>
              <a:defRPr sz="1300">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lvl="1" indent="0">
              <a:spcBef>
                <a:spcPts val="1200"/>
              </a:spcBef>
              <a:buNone/>
            </a:pPr>
            <a:r>
              <a:rPr lang="en-US" sz="1400" dirty="0"/>
              <a:t>You can ensure the safety of yourself and your peers by understanding your rights and responsibilities, which are detailed in our Student Charter.</a:t>
            </a:r>
            <a:endParaRPr lang="en-US" dirty="0"/>
          </a:p>
          <a:p>
            <a:pPr marL="914400" lvl="2" indent="0">
              <a:spcBef>
                <a:spcPts val="1600"/>
              </a:spcBef>
              <a:buFont typeface="System Font Regular"/>
              <a:buNone/>
            </a:pPr>
            <a:endParaRPr lang="en-AU" sz="1400" dirty="0">
              <a:cs typeface="Arial"/>
            </a:endParaRPr>
          </a:p>
          <a:p>
            <a:pPr marL="914400" lvl="2" indent="0">
              <a:spcBef>
                <a:spcPts val="1600"/>
              </a:spcBef>
              <a:buFont typeface="System Font Regular"/>
              <a:buNone/>
            </a:pPr>
            <a:endParaRPr lang="en-AU" sz="1400" dirty="0">
              <a:cs typeface="Arial"/>
            </a:endParaRPr>
          </a:p>
          <a:p>
            <a:pPr lvl="2">
              <a:spcBef>
                <a:spcPts val="1600"/>
              </a:spcBef>
            </a:pPr>
            <a:endParaRPr lang="en-AU" sz="1400" b="1" dirty="0">
              <a:solidFill>
                <a:srgbClr val="414141"/>
              </a:solidFill>
              <a:cs typeface="Arial" panose="020B0604020202020204"/>
            </a:endParaRPr>
          </a:p>
          <a:p>
            <a:pPr marL="0" indent="0">
              <a:spcBef>
                <a:spcPts val="1200"/>
              </a:spcBef>
              <a:buFont typeface="System Font Regular"/>
              <a:buNone/>
            </a:pPr>
            <a:endParaRPr lang="en-US" dirty="0"/>
          </a:p>
        </p:txBody>
      </p:sp>
      <p:sp>
        <p:nvSpPr>
          <p:cNvPr id="9" name="Text Placeholder 2">
            <a:extLst>
              <a:ext uri="{FF2B5EF4-FFF2-40B4-BE49-F238E27FC236}">
                <a16:creationId xmlns:a16="http://schemas.microsoft.com/office/drawing/2014/main" id="{86C1CA5C-83C9-9ED3-2038-9D8D80CBDDAC}"/>
              </a:ext>
            </a:extLst>
          </p:cNvPr>
          <p:cNvSpPr txBox="1">
            <a:spLocks/>
          </p:cNvSpPr>
          <p:nvPr/>
        </p:nvSpPr>
        <p:spPr>
          <a:xfrm>
            <a:off x="1060533" y="2567579"/>
            <a:ext cx="7034572" cy="493676"/>
          </a:xfrm>
          <a:prstGeom prst="rect">
            <a:avLst/>
          </a:prstGeom>
        </p:spPr>
        <p:txBody>
          <a:bodyPr wrap="square" lIns="0" tIns="0" rIns="0" bIns="0" anchor="t">
            <a:noAutofit/>
          </a:bodyPr>
          <a:lstStyle>
            <a:lvl1pPr marL="171450" indent="-171450">
              <a:buClr>
                <a:schemeClr val="tx1"/>
              </a:buClr>
              <a:buFont typeface="System Font Regular"/>
              <a:buChar char="-"/>
              <a:defRPr sz="1300" b="0" i="0">
                <a:solidFill>
                  <a:srgbClr val="3C3C3B"/>
                </a:solidFill>
                <a:latin typeface="Arial"/>
                <a:ea typeface="+mn-ea"/>
                <a:cs typeface="Arial"/>
              </a:defRPr>
            </a:lvl1pPr>
            <a:lvl2pPr marL="628650" indent="-171450">
              <a:buClr>
                <a:schemeClr val="tx1"/>
              </a:buClr>
              <a:buFont typeface="System Font Regular"/>
              <a:buChar char="-"/>
              <a:defRPr sz="1300">
                <a:solidFill>
                  <a:schemeClr val="tx2"/>
                </a:solidFill>
                <a:latin typeface="+mn-lt"/>
                <a:ea typeface="+mn-ea"/>
                <a:cs typeface="+mn-cs"/>
              </a:defRPr>
            </a:lvl2pPr>
            <a:lvl3pPr marL="1085850" indent="-171450">
              <a:buClr>
                <a:schemeClr val="tx1"/>
              </a:buClr>
              <a:buFont typeface="System Font Regular"/>
              <a:buChar char="-"/>
              <a:defRPr sz="1300">
                <a:solidFill>
                  <a:schemeClr val="tx2"/>
                </a:solidFill>
                <a:latin typeface="+mn-lt"/>
                <a:ea typeface="+mn-ea"/>
                <a:cs typeface="+mn-cs"/>
              </a:defRPr>
            </a:lvl3pPr>
            <a:lvl4pPr marL="1543050" indent="-171450">
              <a:buClr>
                <a:schemeClr val="tx1"/>
              </a:buClr>
              <a:buFont typeface="System Font Regular"/>
              <a:buChar char="-"/>
              <a:defRPr sz="1300">
                <a:solidFill>
                  <a:schemeClr val="tx2"/>
                </a:solidFill>
                <a:latin typeface="+mn-lt"/>
                <a:ea typeface="+mn-ea"/>
                <a:cs typeface="+mn-cs"/>
              </a:defRPr>
            </a:lvl4pPr>
            <a:lvl5pPr marL="2000250" indent="-171450">
              <a:buClr>
                <a:schemeClr val="tx1"/>
              </a:buClr>
              <a:buFont typeface="System Font Regular"/>
              <a:buChar char="-"/>
              <a:defRPr sz="1300">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lvl="1" indent="0">
              <a:spcBef>
                <a:spcPts val="1200"/>
              </a:spcBef>
              <a:buNone/>
            </a:pPr>
            <a:r>
              <a:rPr lang="en-AU" sz="1400" dirty="0"/>
              <a:t>If you experience or witness any form of behaviour that breaches the Student Charter or our codes of conduct, you can report it to our Student Affairs team.</a:t>
            </a:r>
            <a:endParaRPr lang="en-AU" dirty="0"/>
          </a:p>
          <a:p>
            <a:pPr marL="914400" lvl="2" indent="0">
              <a:spcBef>
                <a:spcPts val="1600"/>
              </a:spcBef>
              <a:buFont typeface="System Font Regular"/>
              <a:buNone/>
            </a:pPr>
            <a:endParaRPr lang="en-AU" sz="1400" dirty="0">
              <a:cs typeface="Arial"/>
            </a:endParaRPr>
          </a:p>
          <a:p>
            <a:pPr marL="914400" lvl="2" indent="0">
              <a:spcBef>
                <a:spcPts val="1600"/>
              </a:spcBef>
              <a:buFont typeface="System Font Regular"/>
              <a:buNone/>
            </a:pPr>
            <a:endParaRPr lang="en-AU" sz="1400" dirty="0">
              <a:cs typeface="Arial"/>
            </a:endParaRPr>
          </a:p>
          <a:p>
            <a:pPr lvl="2">
              <a:spcBef>
                <a:spcPts val="1600"/>
              </a:spcBef>
            </a:pPr>
            <a:endParaRPr lang="en-AU" sz="1400" b="1" dirty="0">
              <a:solidFill>
                <a:srgbClr val="414141"/>
              </a:solidFill>
              <a:cs typeface="Arial" panose="020B0604020202020204"/>
            </a:endParaRPr>
          </a:p>
          <a:p>
            <a:pPr marL="0" indent="0">
              <a:spcBef>
                <a:spcPts val="1200"/>
              </a:spcBef>
              <a:buFont typeface="System Font Regular"/>
              <a:buNone/>
            </a:pPr>
            <a:endParaRPr lang="en-US" dirty="0"/>
          </a:p>
        </p:txBody>
      </p:sp>
      <p:sp>
        <p:nvSpPr>
          <p:cNvPr id="10" name="Text Placeholder 2">
            <a:extLst>
              <a:ext uri="{FF2B5EF4-FFF2-40B4-BE49-F238E27FC236}">
                <a16:creationId xmlns:a16="http://schemas.microsoft.com/office/drawing/2014/main" id="{43BD48A4-30A5-B137-5EB6-769C81235034}"/>
              </a:ext>
            </a:extLst>
          </p:cNvPr>
          <p:cNvSpPr txBox="1">
            <a:spLocks/>
          </p:cNvSpPr>
          <p:nvPr/>
        </p:nvSpPr>
        <p:spPr>
          <a:xfrm>
            <a:off x="1060532" y="3409383"/>
            <a:ext cx="6304811" cy="520052"/>
          </a:xfrm>
          <a:prstGeom prst="rect">
            <a:avLst/>
          </a:prstGeom>
        </p:spPr>
        <p:txBody>
          <a:bodyPr wrap="square" lIns="0" tIns="0" rIns="0" bIns="0" anchor="t">
            <a:noAutofit/>
          </a:bodyPr>
          <a:lstStyle>
            <a:lvl1pPr marL="171450" indent="-171450">
              <a:buClr>
                <a:schemeClr val="tx1"/>
              </a:buClr>
              <a:buFont typeface="System Font Regular"/>
              <a:buChar char="-"/>
              <a:defRPr sz="1300" b="0" i="0">
                <a:solidFill>
                  <a:srgbClr val="3C3C3B"/>
                </a:solidFill>
                <a:latin typeface="Arial"/>
                <a:ea typeface="+mn-ea"/>
                <a:cs typeface="Arial"/>
              </a:defRPr>
            </a:lvl1pPr>
            <a:lvl2pPr marL="628650" indent="-171450">
              <a:buClr>
                <a:schemeClr val="tx1"/>
              </a:buClr>
              <a:buFont typeface="System Font Regular"/>
              <a:buChar char="-"/>
              <a:defRPr sz="1300">
                <a:solidFill>
                  <a:schemeClr val="tx2"/>
                </a:solidFill>
                <a:latin typeface="+mn-lt"/>
                <a:ea typeface="+mn-ea"/>
                <a:cs typeface="+mn-cs"/>
              </a:defRPr>
            </a:lvl2pPr>
            <a:lvl3pPr marL="1085850" indent="-171450">
              <a:buClr>
                <a:schemeClr val="tx1"/>
              </a:buClr>
              <a:buFont typeface="System Font Regular"/>
              <a:buChar char="-"/>
              <a:defRPr sz="1300">
                <a:solidFill>
                  <a:schemeClr val="tx2"/>
                </a:solidFill>
                <a:latin typeface="+mn-lt"/>
                <a:ea typeface="+mn-ea"/>
                <a:cs typeface="+mn-cs"/>
              </a:defRPr>
            </a:lvl3pPr>
            <a:lvl4pPr marL="1543050" indent="-171450">
              <a:buClr>
                <a:schemeClr val="tx1"/>
              </a:buClr>
              <a:buFont typeface="System Font Regular"/>
              <a:buChar char="-"/>
              <a:defRPr sz="1300">
                <a:solidFill>
                  <a:schemeClr val="tx2"/>
                </a:solidFill>
                <a:latin typeface="+mn-lt"/>
                <a:ea typeface="+mn-ea"/>
                <a:cs typeface="+mn-cs"/>
              </a:defRPr>
            </a:lvl4pPr>
            <a:lvl5pPr marL="2000250" indent="-171450">
              <a:buClr>
                <a:schemeClr val="tx1"/>
              </a:buClr>
              <a:buFont typeface="System Font Regular"/>
              <a:buChar char="-"/>
              <a:defRPr sz="1300">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lvl="1" indent="0">
              <a:spcBef>
                <a:spcPts val="1200"/>
              </a:spcBef>
              <a:buNone/>
            </a:pPr>
            <a:r>
              <a:rPr lang="en-AU" sz="1400" dirty="0"/>
              <a:t>Our support services, including the Wellbeing team and Safer Communities Office, can support you in dealing with any threats to your safety. You can connect with these teams via the Student Portal.</a:t>
            </a:r>
            <a:endParaRPr lang="en-US" dirty="0"/>
          </a:p>
        </p:txBody>
      </p:sp>
      <p:pic>
        <p:nvPicPr>
          <p:cNvPr id="12" name="Graphic 11" descr="Scroll outline">
            <a:extLst>
              <a:ext uri="{FF2B5EF4-FFF2-40B4-BE49-F238E27FC236}">
                <a16:creationId xmlns:a16="http://schemas.microsoft.com/office/drawing/2014/main" id="{248030CB-5F3B-8456-E875-78768CF845A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6198" y="1725669"/>
            <a:ext cx="404684" cy="474191"/>
          </a:xfrm>
          <a:prstGeom prst="rect">
            <a:avLst/>
          </a:prstGeom>
        </p:spPr>
      </p:pic>
      <p:sp>
        <p:nvSpPr>
          <p:cNvPr id="11" name="Title: 1">
            <a:extLst>
              <a:ext uri="{FF2B5EF4-FFF2-40B4-BE49-F238E27FC236}">
                <a16:creationId xmlns:a16="http://schemas.microsoft.com/office/drawing/2014/main" id="{18EA258A-31C7-43EB-C84C-FFB9EDAA9057}"/>
              </a:ext>
              <a:ext uri="{C183D7F6-B498-43B3-948B-1728B52AA6E4}">
                <adec:decorative xmlns:adec="http://schemas.microsoft.com/office/drawing/2017/decorative" val="0"/>
              </a:ext>
            </a:extLst>
          </p:cNvPr>
          <p:cNvSpPr txBox="1">
            <a:spLocks noGrp="1"/>
          </p:cNvSpPr>
          <p:nvPr>
            <p:ph type="title"/>
          </p:nvPr>
        </p:nvSpPr>
        <p:spPr>
          <a:xfrm>
            <a:off x="577850" y="514350"/>
            <a:ext cx="7988300" cy="382156"/>
          </a:xfrm>
          <a:prstGeom prst="rect">
            <a:avLst/>
          </a:prstGeom>
        </p:spPr>
        <p:txBody>
          <a:bodyPr vert="horz" wrap="square" lIns="0" tIns="12700" rIns="0" bIns="0" rtlCol="0">
            <a:spAutoFit/>
          </a:bodyPr>
          <a:lstStyle/>
          <a:p>
            <a:pPr marL="12700" marR="5080">
              <a:lnSpc>
                <a:spcPct val="100000"/>
              </a:lnSpc>
              <a:spcBef>
                <a:spcPts val="100"/>
              </a:spcBef>
            </a:pPr>
            <a:r>
              <a:rPr lang="en-AU" dirty="0"/>
              <a:t>Your role in ensuring a safe campus</a:t>
            </a:r>
            <a:endParaRPr spc="-10" dirty="0">
              <a:solidFill>
                <a:schemeClr val="accent1"/>
              </a:solidFill>
            </a:endParaRPr>
          </a:p>
        </p:txBody>
      </p:sp>
    </p:spTree>
    <p:extLst>
      <p:ext uri="{BB962C8B-B14F-4D97-AF65-F5344CB8AC3E}">
        <p14:creationId xmlns:p14="http://schemas.microsoft.com/office/powerpoint/2010/main" val="465445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14AA9-4277-F642-9623-2ED21715B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D995B5-7B32-7DDB-ED64-F951B0DB5654}"/>
              </a:ext>
              <a:ext uri="{C183D7F6-B498-43B3-948B-1728B52AA6E4}">
                <adec:decorative xmlns:adec="http://schemas.microsoft.com/office/drawing/2017/decorative" val="0"/>
              </a:ext>
            </a:extLst>
          </p:cNvPr>
          <p:cNvSpPr txBox="1">
            <a:spLocks noGrp="1"/>
          </p:cNvSpPr>
          <p:nvPr>
            <p:ph type="title"/>
          </p:nvPr>
        </p:nvSpPr>
        <p:spPr>
          <a:xfrm>
            <a:off x="577850" y="514350"/>
            <a:ext cx="7988300" cy="382156"/>
          </a:xfrm>
          <a:prstGeom prst="rect">
            <a:avLst/>
          </a:prstGeom>
        </p:spPr>
        <p:txBody>
          <a:bodyPr vert="horz" wrap="square" lIns="0" tIns="12700" rIns="0" bIns="0" rtlCol="0">
            <a:spAutoFit/>
          </a:bodyPr>
          <a:lstStyle/>
          <a:p>
            <a:pPr marL="12700" marR="5080">
              <a:lnSpc>
                <a:spcPct val="100000"/>
              </a:lnSpc>
              <a:spcBef>
                <a:spcPts val="100"/>
              </a:spcBef>
            </a:pPr>
            <a:r>
              <a:rPr lang="en-AU" spc="-10" dirty="0">
                <a:solidFill>
                  <a:schemeClr val="accent1"/>
                </a:solidFill>
              </a:rPr>
              <a:t>Facilities housekeeping</a:t>
            </a:r>
            <a:endParaRPr spc="-10" dirty="0">
              <a:solidFill>
                <a:schemeClr val="accent1"/>
              </a:solidFill>
            </a:endParaRPr>
          </a:p>
        </p:txBody>
      </p:sp>
      <p:sp>
        <p:nvSpPr>
          <p:cNvPr id="3" name="TextBox 2">
            <a:extLst>
              <a:ext uri="{FF2B5EF4-FFF2-40B4-BE49-F238E27FC236}">
                <a16:creationId xmlns:a16="http://schemas.microsoft.com/office/drawing/2014/main" id="{C509D709-60BF-E38B-8CCA-DC4BE0E5B6BB}"/>
              </a:ext>
            </a:extLst>
          </p:cNvPr>
          <p:cNvSpPr txBox="1"/>
          <p:nvPr/>
        </p:nvSpPr>
        <p:spPr>
          <a:xfrm>
            <a:off x="904008" y="831276"/>
            <a:ext cx="7033929" cy="1843518"/>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AU" sz="2000" dirty="0"/>
              <a:t>Room locations</a:t>
            </a:r>
          </a:p>
          <a:p>
            <a:pPr marL="285750" indent="-285750">
              <a:lnSpc>
                <a:spcPct val="200000"/>
              </a:lnSpc>
              <a:buFont typeface="Arial" panose="020B0604020202020204" pitchFamily="34" charset="0"/>
              <a:buChar char="•"/>
            </a:pPr>
            <a:r>
              <a:rPr lang="en-AU" sz="2000" dirty="0"/>
              <a:t>Bathroom locations</a:t>
            </a:r>
          </a:p>
          <a:p>
            <a:pPr marL="285750" indent="-285750">
              <a:lnSpc>
                <a:spcPct val="200000"/>
              </a:lnSpc>
              <a:buFont typeface="Arial" panose="020B0604020202020204" pitchFamily="34" charset="0"/>
              <a:buChar char="•"/>
            </a:pPr>
            <a:r>
              <a:rPr lang="en-AU" sz="2000" dirty="0"/>
              <a:t>Food locations</a:t>
            </a:r>
          </a:p>
        </p:txBody>
      </p:sp>
    </p:spTree>
    <p:extLst>
      <p:ext uri="{BB962C8B-B14F-4D97-AF65-F5344CB8AC3E}">
        <p14:creationId xmlns:p14="http://schemas.microsoft.com/office/powerpoint/2010/main" val="2798968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F271D-97F4-CDAE-AEEB-9ACD556AA0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A84059-1B4C-C5B6-04A6-4920749FAB85}"/>
              </a:ext>
              <a:ext uri="{C183D7F6-B498-43B3-948B-1728B52AA6E4}">
                <adec:decorative xmlns:adec="http://schemas.microsoft.com/office/drawing/2017/decorative" val="0"/>
              </a:ext>
            </a:extLst>
          </p:cNvPr>
          <p:cNvSpPr txBox="1">
            <a:spLocks noGrp="1"/>
          </p:cNvSpPr>
          <p:nvPr>
            <p:ph type="title"/>
          </p:nvPr>
        </p:nvSpPr>
        <p:spPr>
          <a:xfrm>
            <a:off x="577850" y="514350"/>
            <a:ext cx="7988300" cy="382156"/>
          </a:xfrm>
          <a:prstGeom prst="rect">
            <a:avLst/>
          </a:prstGeom>
        </p:spPr>
        <p:txBody>
          <a:bodyPr vert="horz" wrap="square" lIns="0" tIns="12700" rIns="0" bIns="0" rtlCol="0">
            <a:spAutoFit/>
          </a:bodyPr>
          <a:lstStyle/>
          <a:p>
            <a:pPr marL="12700" marR="5080">
              <a:lnSpc>
                <a:spcPct val="100000"/>
              </a:lnSpc>
              <a:spcBef>
                <a:spcPts val="100"/>
              </a:spcBef>
            </a:pPr>
            <a:r>
              <a:rPr lang="en-AU" spc="-10" dirty="0">
                <a:solidFill>
                  <a:schemeClr val="accent1"/>
                </a:solidFill>
              </a:rPr>
              <a:t>Overview of the workshop</a:t>
            </a:r>
            <a:endParaRPr spc="-10" dirty="0">
              <a:solidFill>
                <a:schemeClr val="accent1"/>
              </a:solidFill>
            </a:endParaRPr>
          </a:p>
        </p:txBody>
      </p:sp>
      <p:sp>
        <p:nvSpPr>
          <p:cNvPr id="3" name="TextBox 2">
            <a:extLst>
              <a:ext uri="{FF2B5EF4-FFF2-40B4-BE49-F238E27FC236}">
                <a16:creationId xmlns:a16="http://schemas.microsoft.com/office/drawing/2014/main" id="{F3519F5E-154B-832B-8B65-1F8F75A5B665}"/>
              </a:ext>
            </a:extLst>
          </p:cNvPr>
          <p:cNvSpPr txBox="1"/>
          <p:nvPr/>
        </p:nvSpPr>
        <p:spPr>
          <a:xfrm>
            <a:off x="577850" y="896506"/>
            <a:ext cx="8376833" cy="3690177"/>
          </a:xfrm>
          <a:prstGeom prst="rect">
            <a:avLst/>
          </a:prstGeom>
          <a:noFill/>
        </p:spPr>
        <p:txBody>
          <a:bodyPr wrap="square" rtlCol="0">
            <a:spAutoFit/>
          </a:bodyPr>
          <a:lstStyle/>
          <a:p>
            <a:pPr marL="342900" indent="-342900">
              <a:lnSpc>
                <a:spcPct val="200000"/>
              </a:lnSpc>
              <a:buFont typeface="Symbol" panose="05050102010706020507" pitchFamily="18" charset="2"/>
              <a:buChar char="-"/>
            </a:pPr>
            <a:r>
              <a:rPr lang="en-AU" sz="2000" dirty="0"/>
              <a:t>Introductory concepts of survival analysis</a:t>
            </a:r>
          </a:p>
          <a:p>
            <a:pPr marL="342900" indent="-342900">
              <a:lnSpc>
                <a:spcPct val="200000"/>
              </a:lnSpc>
              <a:buFont typeface="Symbol" panose="05050102010706020507" pitchFamily="18" charset="2"/>
              <a:buChar char="-"/>
            </a:pPr>
            <a:r>
              <a:rPr lang="en-AU" sz="2000" dirty="0"/>
              <a:t>No prerequisites, but practical applications in R</a:t>
            </a:r>
          </a:p>
          <a:p>
            <a:pPr marL="342900" indent="-342900">
              <a:lnSpc>
                <a:spcPct val="200000"/>
              </a:lnSpc>
              <a:buFont typeface="Symbol" panose="05050102010706020507" pitchFamily="18" charset="2"/>
              <a:buChar char="-"/>
            </a:pPr>
            <a:r>
              <a:rPr lang="en-AU" sz="2000" dirty="0"/>
              <a:t>Targeted to biostatisticians, health data researchers, epidemiologists, public health professionals and physicians/clinicians.</a:t>
            </a:r>
          </a:p>
          <a:p>
            <a:pPr marL="342900" indent="-342900">
              <a:lnSpc>
                <a:spcPct val="200000"/>
              </a:lnSpc>
              <a:buFont typeface="Symbol" panose="05050102010706020507" pitchFamily="18" charset="2"/>
              <a:buChar char="-"/>
            </a:pPr>
            <a:r>
              <a:rPr lang="en-AU" sz="2000" dirty="0"/>
              <a:t>Must bring your own laptop and R </a:t>
            </a:r>
          </a:p>
          <a:p>
            <a:pPr algn="ctr">
              <a:lnSpc>
                <a:spcPct val="200000"/>
              </a:lnSpc>
            </a:pPr>
            <a:r>
              <a:rPr lang="en-AU" sz="2000" i="1" dirty="0"/>
              <a:t>**First time running course – feedback welcome**</a:t>
            </a:r>
          </a:p>
        </p:txBody>
      </p:sp>
    </p:spTree>
    <p:extLst>
      <p:ext uri="{BB962C8B-B14F-4D97-AF65-F5344CB8AC3E}">
        <p14:creationId xmlns:p14="http://schemas.microsoft.com/office/powerpoint/2010/main" val="2299737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8C578-D019-57A2-D881-5EB6A3F9E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845A52-9BC5-DFF5-14C5-1B4F1944E53C}"/>
              </a:ext>
              <a:ext uri="{C183D7F6-B498-43B3-948B-1728B52AA6E4}">
                <adec:decorative xmlns:adec="http://schemas.microsoft.com/office/drawing/2017/decorative" val="0"/>
              </a:ext>
            </a:extLst>
          </p:cNvPr>
          <p:cNvSpPr txBox="1">
            <a:spLocks noGrp="1"/>
          </p:cNvSpPr>
          <p:nvPr>
            <p:ph type="title"/>
          </p:nvPr>
        </p:nvSpPr>
        <p:spPr>
          <a:xfrm>
            <a:off x="577850" y="514350"/>
            <a:ext cx="7988300" cy="382156"/>
          </a:xfrm>
          <a:prstGeom prst="rect">
            <a:avLst/>
          </a:prstGeom>
        </p:spPr>
        <p:txBody>
          <a:bodyPr vert="horz" wrap="square" lIns="0" tIns="12700" rIns="0" bIns="0" rtlCol="0">
            <a:spAutoFit/>
          </a:bodyPr>
          <a:lstStyle/>
          <a:p>
            <a:pPr marL="12700" marR="5080">
              <a:lnSpc>
                <a:spcPct val="100000"/>
              </a:lnSpc>
              <a:spcBef>
                <a:spcPts val="100"/>
              </a:spcBef>
            </a:pPr>
            <a:r>
              <a:rPr lang="en-AU" spc="-10">
                <a:solidFill>
                  <a:schemeClr val="accent1"/>
                </a:solidFill>
              </a:rPr>
              <a:t>Topics covered</a:t>
            </a:r>
            <a:endParaRPr spc="-10" dirty="0">
              <a:solidFill>
                <a:schemeClr val="accent1"/>
              </a:solidFill>
            </a:endParaRPr>
          </a:p>
        </p:txBody>
      </p:sp>
      <p:sp>
        <p:nvSpPr>
          <p:cNvPr id="3" name="TextBox 2">
            <a:extLst>
              <a:ext uri="{FF2B5EF4-FFF2-40B4-BE49-F238E27FC236}">
                <a16:creationId xmlns:a16="http://schemas.microsoft.com/office/drawing/2014/main" id="{47DA9CE9-C585-F194-EE7F-5017E2D6E80F}"/>
              </a:ext>
            </a:extLst>
          </p:cNvPr>
          <p:cNvSpPr txBox="1"/>
          <p:nvPr/>
        </p:nvSpPr>
        <p:spPr>
          <a:xfrm>
            <a:off x="577850" y="896506"/>
            <a:ext cx="8376833" cy="3690177"/>
          </a:xfrm>
          <a:prstGeom prst="rect">
            <a:avLst/>
          </a:prstGeom>
          <a:noFill/>
        </p:spPr>
        <p:txBody>
          <a:bodyPr wrap="square" rtlCol="0">
            <a:spAutoFit/>
          </a:bodyPr>
          <a:lstStyle/>
          <a:p>
            <a:pPr marL="342900" indent="-342900">
              <a:lnSpc>
                <a:spcPct val="200000"/>
              </a:lnSpc>
              <a:buFont typeface="Symbol" panose="05050102010706020507" pitchFamily="18" charset="2"/>
              <a:buChar char="-"/>
            </a:pPr>
            <a:r>
              <a:rPr lang="en-AU" sz="2000" dirty="0"/>
              <a:t>Cox model PH assumption violated</a:t>
            </a:r>
          </a:p>
          <a:p>
            <a:pPr marL="342900" indent="-342900">
              <a:lnSpc>
                <a:spcPct val="200000"/>
              </a:lnSpc>
              <a:buFont typeface="Symbol" panose="05050102010706020507" pitchFamily="18" charset="2"/>
              <a:buChar char="-"/>
            </a:pPr>
            <a:r>
              <a:rPr lang="en-AU" sz="2000" dirty="0"/>
              <a:t>Joint modelling</a:t>
            </a:r>
          </a:p>
          <a:p>
            <a:pPr marL="342900" indent="-342900">
              <a:lnSpc>
                <a:spcPct val="200000"/>
              </a:lnSpc>
              <a:buFont typeface="Symbol" panose="05050102010706020507" pitchFamily="18" charset="2"/>
              <a:buChar char="-"/>
            </a:pPr>
            <a:r>
              <a:rPr lang="en-AU" sz="2000" dirty="0"/>
              <a:t>Parametric survival modelling</a:t>
            </a:r>
          </a:p>
          <a:p>
            <a:pPr marL="342900" indent="-342900">
              <a:lnSpc>
                <a:spcPct val="200000"/>
              </a:lnSpc>
              <a:buFont typeface="Symbol" panose="05050102010706020507" pitchFamily="18" charset="2"/>
              <a:buChar char="-"/>
            </a:pPr>
            <a:r>
              <a:rPr lang="en-AU" sz="2000" dirty="0"/>
              <a:t>Flexible parametric survival modelling</a:t>
            </a:r>
          </a:p>
          <a:p>
            <a:pPr marL="342900" indent="-342900">
              <a:lnSpc>
                <a:spcPct val="200000"/>
              </a:lnSpc>
              <a:buFont typeface="Symbol" panose="05050102010706020507" pitchFamily="18" charset="2"/>
              <a:buChar char="-"/>
            </a:pPr>
            <a:r>
              <a:rPr lang="en-AU" sz="2000" dirty="0"/>
              <a:t>Competing risks</a:t>
            </a:r>
          </a:p>
          <a:p>
            <a:pPr marL="342900" indent="-342900">
              <a:lnSpc>
                <a:spcPct val="200000"/>
              </a:lnSpc>
              <a:buFont typeface="Symbol" panose="05050102010706020507" pitchFamily="18" charset="2"/>
              <a:buChar char="-"/>
            </a:pPr>
            <a:r>
              <a:rPr lang="en-AU" sz="2000" dirty="0"/>
              <a:t>Multi-state survival modelling</a:t>
            </a:r>
          </a:p>
        </p:txBody>
      </p:sp>
      <p:sp>
        <p:nvSpPr>
          <p:cNvPr id="4" name="TextBox 3">
            <a:extLst>
              <a:ext uri="{FF2B5EF4-FFF2-40B4-BE49-F238E27FC236}">
                <a16:creationId xmlns:a16="http://schemas.microsoft.com/office/drawing/2014/main" id="{5703595B-6AF5-F535-50C3-9D69CE91EE06}"/>
              </a:ext>
            </a:extLst>
          </p:cNvPr>
          <p:cNvSpPr txBox="1"/>
          <p:nvPr/>
        </p:nvSpPr>
        <p:spPr>
          <a:xfrm>
            <a:off x="6170246" y="3419224"/>
            <a:ext cx="2395904" cy="1015663"/>
          </a:xfrm>
          <a:prstGeom prst="rect">
            <a:avLst/>
          </a:prstGeom>
          <a:noFill/>
        </p:spPr>
        <p:txBody>
          <a:bodyPr wrap="square" rtlCol="0">
            <a:spAutoFit/>
          </a:bodyPr>
          <a:lstStyle/>
          <a:p>
            <a:r>
              <a:rPr lang="en-AU" sz="2000" i="1" dirty="0"/>
              <a:t>Extended concepts will be referred to other resources</a:t>
            </a:r>
          </a:p>
        </p:txBody>
      </p:sp>
      <p:sp>
        <p:nvSpPr>
          <p:cNvPr id="5" name="TextBox 4">
            <a:extLst>
              <a:ext uri="{FF2B5EF4-FFF2-40B4-BE49-F238E27FC236}">
                <a16:creationId xmlns:a16="http://schemas.microsoft.com/office/drawing/2014/main" id="{728E6FE5-47DE-0BE9-92A4-63D84C142F0E}"/>
              </a:ext>
            </a:extLst>
          </p:cNvPr>
          <p:cNvSpPr txBox="1"/>
          <p:nvPr/>
        </p:nvSpPr>
        <p:spPr>
          <a:xfrm>
            <a:off x="6170246" y="1142201"/>
            <a:ext cx="2395904" cy="707886"/>
          </a:xfrm>
          <a:prstGeom prst="rect">
            <a:avLst/>
          </a:prstGeom>
          <a:noFill/>
        </p:spPr>
        <p:txBody>
          <a:bodyPr wrap="square" rtlCol="0">
            <a:spAutoFit/>
          </a:bodyPr>
          <a:lstStyle/>
          <a:p>
            <a:r>
              <a:rPr lang="en-AU" sz="2000" i="1" dirty="0"/>
              <a:t>Additional readings may </a:t>
            </a:r>
            <a:r>
              <a:rPr lang="en-AU" sz="2000" i="1"/>
              <a:t>be needed.</a:t>
            </a:r>
            <a:endParaRPr lang="en-AU" sz="2000" i="1" dirty="0"/>
          </a:p>
        </p:txBody>
      </p:sp>
    </p:spTree>
    <p:extLst>
      <p:ext uri="{BB962C8B-B14F-4D97-AF65-F5344CB8AC3E}">
        <p14:creationId xmlns:p14="http://schemas.microsoft.com/office/powerpoint/2010/main" val="487747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33431-274C-5300-42C2-03441C7312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1B93B-2ED1-729A-B11E-3B498F57A29E}"/>
              </a:ext>
              <a:ext uri="{C183D7F6-B498-43B3-948B-1728B52AA6E4}">
                <adec:decorative xmlns:adec="http://schemas.microsoft.com/office/drawing/2017/decorative" val="0"/>
              </a:ext>
            </a:extLst>
          </p:cNvPr>
          <p:cNvSpPr txBox="1">
            <a:spLocks noGrp="1"/>
          </p:cNvSpPr>
          <p:nvPr>
            <p:ph type="title"/>
          </p:nvPr>
        </p:nvSpPr>
        <p:spPr>
          <a:xfrm>
            <a:off x="577850" y="514350"/>
            <a:ext cx="7988300" cy="382156"/>
          </a:xfrm>
          <a:prstGeom prst="rect">
            <a:avLst/>
          </a:prstGeom>
        </p:spPr>
        <p:txBody>
          <a:bodyPr vert="horz" wrap="square" lIns="0" tIns="12700" rIns="0" bIns="0" rtlCol="0">
            <a:spAutoFit/>
          </a:bodyPr>
          <a:lstStyle/>
          <a:p>
            <a:pPr marL="12700" marR="5080">
              <a:lnSpc>
                <a:spcPct val="100000"/>
              </a:lnSpc>
              <a:spcBef>
                <a:spcPts val="100"/>
              </a:spcBef>
            </a:pPr>
            <a:r>
              <a:rPr lang="en-AU" spc="-10" dirty="0">
                <a:solidFill>
                  <a:schemeClr val="accent1"/>
                </a:solidFill>
              </a:rPr>
              <a:t>Timetable – Day 1</a:t>
            </a:r>
            <a:endParaRPr spc="-10" dirty="0">
              <a:solidFill>
                <a:schemeClr val="accent1"/>
              </a:solidFill>
            </a:endParaRPr>
          </a:p>
        </p:txBody>
      </p:sp>
      <p:graphicFrame>
        <p:nvGraphicFramePr>
          <p:cNvPr id="4" name="Table 3">
            <a:extLst>
              <a:ext uri="{FF2B5EF4-FFF2-40B4-BE49-F238E27FC236}">
                <a16:creationId xmlns:a16="http://schemas.microsoft.com/office/drawing/2014/main" id="{2F87FCC6-D117-546B-A684-E87B3E99EB83}"/>
              </a:ext>
            </a:extLst>
          </p:cNvPr>
          <p:cNvGraphicFramePr>
            <a:graphicFrameLocks noGrp="1"/>
          </p:cNvGraphicFramePr>
          <p:nvPr>
            <p:extLst>
              <p:ext uri="{D42A27DB-BD31-4B8C-83A1-F6EECF244321}">
                <p14:modId xmlns:p14="http://schemas.microsoft.com/office/powerpoint/2010/main" val="3806684698"/>
              </p:ext>
            </p:extLst>
          </p:nvPr>
        </p:nvGraphicFramePr>
        <p:xfrm>
          <a:off x="577850" y="920750"/>
          <a:ext cx="7868724" cy="3688080"/>
        </p:xfrm>
        <a:graphic>
          <a:graphicData uri="http://schemas.openxmlformats.org/drawingml/2006/table">
            <a:tbl>
              <a:tblPr firstRow="1" bandRow="1">
                <a:tableStyleId>{21E4AEA4-8DFA-4A89-87EB-49C32662AFE0}</a:tableStyleId>
              </a:tblPr>
              <a:tblGrid>
                <a:gridCol w="1937288">
                  <a:extLst>
                    <a:ext uri="{9D8B030D-6E8A-4147-A177-3AD203B41FA5}">
                      <a16:colId xmlns:a16="http://schemas.microsoft.com/office/drawing/2014/main" val="1915441540"/>
                    </a:ext>
                  </a:extLst>
                </a:gridCol>
                <a:gridCol w="3471620">
                  <a:extLst>
                    <a:ext uri="{9D8B030D-6E8A-4147-A177-3AD203B41FA5}">
                      <a16:colId xmlns:a16="http://schemas.microsoft.com/office/drawing/2014/main" val="2414069751"/>
                    </a:ext>
                  </a:extLst>
                </a:gridCol>
                <a:gridCol w="2459816">
                  <a:extLst>
                    <a:ext uri="{9D8B030D-6E8A-4147-A177-3AD203B41FA5}">
                      <a16:colId xmlns:a16="http://schemas.microsoft.com/office/drawing/2014/main" val="4193103119"/>
                    </a:ext>
                  </a:extLst>
                </a:gridCol>
              </a:tblGrid>
              <a:tr h="331200">
                <a:tc>
                  <a:txBody>
                    <a:bodyPr/>
                    <a:lstStyle/>
                    <a:p>
                      <a:r>
                        <a:rPr lang="en-AU" sz="1600" dirty="0"/>
                        <a:t>Time</a:t>
                      </a:r>
                    </a:p>
                  </a:txBody>
                  <a:tcPr/>
                </a:tc>
                <a:tc>
                  <a:txBody>
                    <a:bodyPr/>
                    <a:lstStyle/>
                    <a:p>
                      <a:r>
                        <a:rPr lang="en-AU" sz="1600" dirty="0"/>
                        <a:t>Topic</a:t>
                      </a:r>
                    </a:p>
                  </a:txBody>
                  <a:tcPr/>
                </a:tc>
                <a:tc>
                  <a:txBody>
                    <a:bodyPr/>
                    <a:lstStyle/>
                    <a:p>
                      <a:r>
                        <a:rPr lang="en-AU" sz="1600" dirty="0"/>
                        <a:t>Presenter</a:t>
                      </a:r>
                    </a:p>
                  </a:txBody>
                  <a:tcPr/>
                </a:tc>
                <a:extLst>
                  <a:ext uri="{0D108BD9-81ED-4DB2-BD59-A6C34878D82A}">
                    <a16:rowId xmlns:a16="http://schemas.microsoft.com/office/drawing/2014/main" val="2091263801"/>
                  </a:ext>
                </a:extLst>
              </a:tr>
              <a:tr h="331200">
                <a:tc>
                  <a:txBody>
                    <a:bodyPr/>
                    <a:lstStyle/>
                    <a:p>
                      <a:r>
                        <a:rPr lang="en-AU" sz="1600" dirty="0"/>
                        <a:t>9:00 – 9:15</a:t>
                      </a:r>
                    </a:p>
                  </a:txBody>
                  <a:tcPr/>
                </a:tc>
                <a:tc>
                  <a:txBody>
                    <a:bodyPr/>
                    <a:lstStyle/>
                    <a:p>
                      <a:r>
                        <a:rPr lang="en-AU" sz="1600" dirty="0"/>
                        <a:t>Welcome &amp; Overview</a:t>
                      </a:r>
                    </a:p>
                  </a:txBody>
                  <a:tcPr/>
                </a:tc>
                <a:tc>
                  <a:txBody>
                    <a:bodyPr/>
                    <a:lstStyle/>
                    <a:p>
                      <a:r>
                        <a:rPr lang="en-AU" sz="1600" dirty="0"/>
                        <a:t>Nicole</a:t>
                      </a:r>
                    </a:p>
                  </a:txBody>
                  <a:tcPr/>
                </a:tc>
                <a:extLst>
                  <a:ext uri="{0D108BD9-81ED-4DB2-BD59-A6C34878D82A}">
                    <a16:rowId xmlns:a16="http://schemas.microsoft.com/office/drawing/2014/main" val="2170633817"/>
                  </a:ext>
                </a:extLst>
              </a:tr>
              <a:tr h="331200">
                <a:tc>
                  <a:txBody>
                    <a:bodyPr/>
                    <a:lstStyle/>
                    <a:p>
                      <a:r>
                        <a:rPr lang="en-AU" sz="1600" dirty="0"/>
                        <a:t>9:15 – 11:20</a:t>
                      </a:r>
                    </a:p>
                  </a:txBody>
                  <a:tcPr/>
                </a:tc>
                <a:tc>
                  <a:txBody>
                    <a:bodyPr/>
                    <a:lstStyle/>
                    <a:p>
                      <a:r>
                        <a:rPr lang="en-AU" sz="1600" dirty="0"/>
                        <a:t>PH assumption violation in Cox</a:t>
                      </a:r>
                    </a:p>
                  </a:txBody>
                  <a:tcPr/>
                </a:tc>
                <a:tc>
                  <a:txBody>
                    <a:bodyPr/>
                    <a:lstStyle/>
                    <a:p>
                      <a:r>
                        <a:rPr lang="en-AU" sz="1600" dirty="0"/>
                        <a:t>Farzaneh</a:t>
                      </a:r>
                    </a:p>
                  </a:txBody>
                  <a:tcPr/>
                </a:tc>
                <a:extLst>
                  <a:ext uri="{0D108BD9-81ED-4DB2-BD59-A6C34878D82A}">
                    <a16:rowId xmlns:a16="http://schemas.microsoft.com/office/drawing/2014/main" val="899702542"/>
                  </a:ext>
                </a:extLst>
              </a:tr>
              <a:tr h="331200">
                <a:tc>
                  <a:txBody>
                    <a:bodyPr/>
                    <a:lstStyle/>
                    <a:p>
                      <a:r>
                        <a:rPr lang="en-AU" sz="1600" dirty="0"/>
                        <a:t>11:20 – 11:30</a:t>
                      </a:r>
                    </a:p>
                  </a:txBody>
                  <a:tcPr/>
                </a:tc>
                <a:tc>
                  <a:txBody>
                    <a:bodyPr/>
                    <a:lstStyle/>
                    <a:p>
                      <a:r>
                        <a:rPr lang="en-AU" sz="1600" dirty="0"/>
                        <a:t>Break</a:t>
                      </a:r>
                    </a:p>
                  </a:txBody>
                  <a:tcPr/>
                </a:tc>
                <a:tc>
                  <a:txBody>
                    <a:bodyPr/>
                    <a:lstStyle/>
                    <a:p>
                      <a:endParaRPr lang="en-AU" sz="1600" dirty="0"/>
                    </a:p>
                  </a:txBody>
                  <a:tcPr/>
                </a:tc>
                <a:extLst>
                  <a:ext uri="{0D108BD9-81ED-4DB2-BD59-A6C34878D82A}">
                    <a16:rowId xmlns:a16="http://schemas.microsoft.com/office/drawing/2014/main" val="4041457483"/>
                  </a:ext>
                </a:extLst>
              </a:tr>
              <a:tr h="331200">
                <a:tc>
                  <a:txBody>
                    <a:bodyPr/>
                    <a:lstStyle/>
                    <a:p>
                      <a:r>
                        <a:rPr lang="en-AU" sz="1600" dirty="0"/>
                        <a:t>11:30 – 12:30</a:t>
                      </a:r>
                    </a:p>
                  </a:txBody>
                  <a:tcPr/>
                </a:tc>
                <a:tc>
                  <a:txBody>
                    <a:bodyPr/>
                    <a:lstStyle/>
                    <a:p>
                      <a:r>
                        <a:rPr lang="en-AU" sz="1600" dirty="0"/>
                        <a:t>Joint modelling</a:t>
                      </a:r>
                    </a:p>
                  </a:txBody>
                  <a:tcPr/>
                </a:tc>
                <a:tc>
                  <a:txBody>
                    <a:bodyPr/>
                    <a:lstStyle/>
                    <a:p>
                      <a:r>
                        <a:rPr lang="en-AU" sz="1600" dirty="0"/>
                        <a:t>Farzaneh</a:t>
                      </a:r>
                    </a:p>
                  </a:txBody>
                  <a:tcPr/>
                </a:tc>
                <a:extLst>
                  <a:ext uri="{0D108BD9-81ED-4DB2-BD59-A6C34878D82A}">
                    <a16:rowId xmlns:a16="http://schemas.microsoft.com/office/drawing/2014/main" val="1630319212"/>
                  </a:ext>
                </a:extLst>
              </a:tr>
              <a:tr h="331200">
                <a:tc>
                  <a:txBody>
                    <a:bodyPr/>
                    <a:lstStyle/>
                    <a:p>
                      <a:r>
                        <a:rPr lang="en-AU" sz="1600" dirty="0"/>
                        <a:t>12:30 – 1:15</a:t>
                      </a:r>
                    </a:p>
                  </a:txBody>
                  <a:tcPr/>
                </a:tc>
                <a:tc>
                  <a:txBody>
                    <a:bodyPr/>
                    <a:lstStyle/>
                    <a:p>
                      <a:r>
                        <a:rPr lang="en-AU" sz="1600" dirty="0"/>
                        <a:t>Lunch</a:t>
                      </a:r>
                    </a:p>
                  </a:txBody>
                  <a:tcPr/>
                </a:tc>
                <a:tc>
                  <a:txBody>
                    <a:bodyPr/>
                    <a:lstStyle/>
                    <a:p>
                      <a:endParaRPr lang="en-AU" sz="1600" dirty="0"/>
                    </a:p>
                  </a:txBody>
                  <a:tcPr/>
                </a:tc>
                <a:extLst>
                  <a:ext uri="{0D108BD9-81ED-4DB2-BD59-A6C34878D82A}">
                    <a16:rowId xmlns:a16="http://schemas.microsoft.com/office/drawing/2014/main" val="57519097"/>
                  </a:ext>
                </a:extLst>
              </a:tr>
              <a:tr h="331200">
                <a:tc>
                  <a:txBody>
                    <a:bodyPr/>
                    <a:lstStyle/>
                    <a:p>
                      <a:r>
                        <a:rPr lang="en-AU" sz="1600" dirty="0"/>
                        <a:t>1:15 – 2:00</a:t>
                      </a:r>
                    </a:p>
                  </a:txBody>
                  <a:tcPr/>
                </a:tc>
                <a:tc>
                  <a:txBody>
                    <a:bodyPr/>
                    <a:lstStyle/>
                    <a:p>
                      <a:r>
                        <a:rPr lang="en-AU" sz="1600" dirty="0"/>
                        <a:t>Joint modelling (continued)</a:t>
                      </a:r>
                    </a:p>
                  </a:txBody>
                  <a:tcPr/>
                </a:tc>
                <a:tc>
                  <a:txBody>
                    <a:bodyPr/>
                    <a:lstStyle/>
                    <a:p>
                      <a:r>
                        <a:rPr lang="en-AU" sz="1600" dirty="0"/>
                        <a:t>Farzaneh</a:t>
                      </a:r>
                    </a:p>
                  </a:txBody>
                  <a:tcPr/>
                </a:tc>
                <a:extLst>
                  <a:ext uri="{0D108BD9-81ED-4DB2-BD59-A6C34878D82A}">
                    <a16:rowId xmlns:a16="http://schemas.microsoft.com/office/drawing/2014/main" val="2403791786"/>
                  </a:ext>
                </a:extLst>
              </a:tr>
              <a:tr h="331200">
                <a:tc>
                  <a:txBody>
                    <a:bodyPr/>
                    <a:lstStyle/>
                    <a:p>
                      <a:r>
                        <a:rPr lang="en-AU" sz="1600" dirty="0"/>
                        <a:t>2:00 – 2:50</a:t>
                      </a:r>
                    </a:p>
                  </a:txBody>
                  <a:tcPr/>
                </a:tc>
                <a:tc>
                  <a:txBody>
                    <a:bodyPr/>
                    <a:lstStyle/>
                    <a:p>
                      <a:r>
                        <a:rPr lang="en-AU" sz="1600" dirty="0"/>
                        <a:t>Parametric survival models</a:t>
                      </a:r>
                    </a:p>
                  </a:txBody>
                  <a:tcPr/>
                </a:tc>
                <a:tc>
                  <a:txBody>
                    <a:bodyPr/>
                    <a:lstStyle/>
                    <a:p>
                      <a:r>
                        <a:rPr lang="en-AU" sz="1600" dirty="0"/>
                        <a:t>Maarit</a:t>
                      </a:r>
                    </a:p>
                  </a:txBody>
                  <a:tcPr/>
                </a:tc>
                <a:extLst>
                  <a:ext uri="{0D108BD9-81ED-4DB2-BD59-A6C34878D82A}">
                    <a16:rowId xmlns:a16="http://schemas.microsoft.com/office/drawing/2014/main" val="3553471802"/>
                  </a:ext>
                </a:extLst>
              </a:tr>
              <a:tr h="331200">
                <a:tc>
                  <a:txBody>
                    <a:bodyPr/>
                    <a:lstStyle/>
                    <a:p>
                      <a:r>
                        <a:rPr lang="en-AU" sz="1600" dirty="0"/>
                        <a:t>2:50 – 3:00</a:t>
                      </a:r>
                    </a:p>
                  </a:txBody>
                  <a:tcPr/>
                </a:tc>
                <a:tc>
                  <a:txBody>
                    <a:bodyPr/>
                    <a:lstStyle/>
                    <a:p>
                      <a:r>
                        <a:rPr lang="en-AU" sz="1600" dirty="0"/>
                        <a:t>Break</a:t>
                      </a:r>
                    </a:p>
                  </a:txBody>
                  <a:tcPr/>
                </a:tc>
                <a:tc>
                  <a:txBody>
                    <a:bodyPr/>
                    <a:lstStyle/>
                    <a:p>
                      <a:endParaRPr lang="en-AU" sz="1600" dirty="0"/>
                    </a:p>
                  </a:txBody>
                  <a:tcPr/>
                </a:tc>
                <a:extLst>
                  <a:ext uri="{0D108BD9-81ED-4DB2-BD59-A6C34878D82A}">
                    <a16:rowId xmlns:a16="http://schemas.microsoft.com/office/drawing/2014/main" val="1269498876"/>
                  </a:ext>
                </a:extLst>
              </a:tr>
              <a:tr h="331200">
                <a:tc>
                  <a:txBody>
                    <a:bodyPr/>
                    <a:lstStyle/>
                    <a:p>
                      <a:r>
                        <a:rPr lang="en-AU" sz="1600" dirty="0"/>
                        <a:t>3:00 – 3:50</a:t>
                      </a:r>
                    </a:p>
                  </a:txBody>
                  <a:tcPr/>
                </a:tc>
                <a:tc>
                  <a:txBody>
                    <a:bodyPr/>
                    <a:lstStyle/>
                    <a:p>
                      <a:r>
                        <a:rPr lang="en-AU" sz="1600" dirty="0"/>
                        <a:t>Flexible parametric survival models</a:t>
                      </a:r>
                    </a:p>
                  </a:txBody>
                  <a:tcPr/>
                </a:tc>
                <a:tc>
                  <a:txBody>
                    <a:bodyPr/>
                    <a:lstStyle/>
                    <a:p>
                      <a:r>
                        <a:rPr lang="en-AU" sz="1600" dirty="0"/>
                        <a:t>Maarit</a:t>
                      </a:r>
                    </a:p>
                  </a:txBody>
                  <a:tcPr/>
                </a:tc>
                <a:extLst>
                  <a:ext uri="{0D108BD9-81ED-4DB2-BD59-A6C34878D82A}">
                    <a16:rowId xmlns:a16="http://schemas.microsoft.com/office/drawing/2014/main" val="160724970"/>
                  </a:ext>
                </a:extLst>
              </a:tr>
              <a:tr h="331200">
                <a:tc>
                  <a:txBody>
                    <a:bodyPr/>
                    <a:lstStyle/>
                    <a:p>
                      <a:r>
                        <a:rPr lang="en-AU" sz="1600" dirty="0"/>
                        <a:t>3:45 – 4:00</a:t>
                      </a:r>
                    </a:p>
                  </a:txBody>
                  <a:tcPr/>
                </a:tc>
                <a:tc>
                  <a:txBody>
                    <a:bodyPr/>
                    <a:lstStyle/>
                    <a:p>
                      <a:r>
                        <a:rPr lang="en-AU" sz="1600" dirty="0"/>
                        <a:t>Wrap up</a:t>
                      </a:r>
                    </a:p>
                  </a:txBody>
                  <a:tcPr/>
                </a:tc>
                <a:tc>
                  <a:txBody>
                    <a:bodyPr/>
                    <a:lstStyle/>
                    <a:p>
                      <a:r>
                        <a:rPr lang="en-AU" sz="1600" dirty="0"/>
                        <a:t>Maarit</a:t>
                      </a:r>
                    </a:p>
                  </a:txBody>
                  <a:tcPr/>
                </a:tc>
                <a:extLst>
                  <a:ext uri="{0D108BD9-81ED-4DB2-BD59-A6C34878D82A}">
                    <a16:rowId xmlns:a16="http://schemas.microsoft.com/office/drawing/2014/main" val="10883749"/>
                  </a:ext>
                </a:extLst>
              </a:tr>
            </a:tbl>
          </a:graphicData>
        </a:graphic>
      </p:graphicFrame>
    </p:spTree>
    <p:extLst>
      <p:ext uri="{BB962C8B-B14F-4D97-AF65-F5344CB8AC3E}">
        <p14:creationId xmlns:p14="http://schemas.microsoft.com/office/powerpoint/2010/main" val="1863171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06E44-9696-844C-113E-27CE4F78CA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D328F2-9969-17EF-67A1-BD5089DEB2F9}"/>
              </a:ext>
              <a:ext uri="{C183D7F6-B498-43B3-948B-1728B52AA6E4}">
                <adec:decorative xmlns:adec="http://schemas.microsoft.com/office/drawing/2017/decorative" val="0"/>
              </a:ext>
            </a:extLst>
          </p:cNvPr>
          <p:cNvSpPr txBox="1">
            <a:spLocks noGrp="1"/>
          </p:cNvSpPr>
          <p:nvPr>
            <p:ph type="title"/>
          </p:nvPr>
        </p:nvSpPr>
        <p:spPr>
          <a:xfrm>
            <a:off x="577850" y="514350"/>
            <a:ext cx="7988300" cy="382156"/>
          </a:xfrm>
          <a:prstGeom prst="rect">
            <a:avLst/>
          </a:prstGeom>
        </p:spPr>
        <p:txBody>
          <a:bodyPr vert="horz" wrap="square" lIns="0" tIns="12700" rIns="0" bIns="0" rtlCol="0">
            <a:spAutoFit/>
          </a:bodyPr>
          <a:lstStyle/>
          <a:p>
            <a:pPr marL="12700" marR="5080">
              <a:lnSpc>
                <a:spcPct val="100000"/>
              </a:lnSpc>
              <a:spcBef>
                <a:spcPts val="100"/>
              </a:spcBef>
            </a:pPr>
            <a:r>
              <a:rPr lang="en-AU" spc="-10" dirty="0">
                <a:solidFill>
                  <a:schemeClr val="accent1"/>
                </a:solidFill>
              </a:rPr>
              <a:t>Timetable – Day 2</a:t>
            </a:r>
            <a:endParaRPr spc="-10" dirty="0">
              <a:solidFill>
                <a:schemeClr val="accent1"/>
              </a:solidFill>
            </a:endParaRPr>
          </a:p>
        </p:txBody>
      </p:sp>
      <p:graphicFrame>
        <p:nvGraphicFramePr>
          <p:cNvPr id="4" name="Table 3">
            <a:extLst>
              <a:ext uri="{FF2B5EF4-FFF2-40B4-BE49-F238E27FC236}">
                <a16:creationId xmlns:a16="http://schemas.microsoft.com/office/drawing/2014/main" id="{081E7F08-761F-7F60-3132-572E807F348F}"/>
              </a:ext>
            </a:extLst>
          </p:cNvPr>
          <p:cNvGraphicFramePr>
            <a:graphicFrameLocks noGrp="1"/>
          </p:cNvGraphicFramePr>
          <p:nvPr>
            <p:extLst>
              <p:ext uri="{D42A27DB-BD31-4B8C-83A1-F6EECF244321}">
                <p14:modId xmlns:p14="http://schemas.microsoft.com/office/powerpoint/2010/main" val="2020414904"/>
              </p:ext>
            </p:extLst>
          </p:nvPr>
        </p:nvGraphicFramePr>
        <p:xfrm>
          <a:off x="577850" y="920750"/>
          <a:ext cx="7868724" cy="3596640"/>
        </p:xfrm>
        <a:graphic>
          <a:graphicData uri="http://schemas.openxmlformats.org/drawingml/2006/table">
            <a:tbl>
              <a:tblPr firstRow="1" bandRow="1">
                <a:tableStyleId>{21E4AEA4-8DFA-4A89-87EB-49C32662AFE0}</a:tableStyleId>
              </a:tblPr>
              <a:tblGrid>
                <a:gridCol w="1937288">
                  <a:extLst>
                    <a:ext uri="{9D8B030D-6E8A-4147-A177-3AD203B41FA5}">
                      <a16:colId xmlns:a16="http://schemas.microsoft.com/office/drawing/2014/main" val="1915441540"/>
                    </a:ext>
                  </a:extLst>
                </a:gridCol>
                <a:gridCol w="3471620">
                  <a:extLst>
                    <a:ext uri="{9D8B030D-6E8A-4147-A177-3AD203B41FA5}">
                      <a16:colId xmlns:a16="http://schemas.microsoft.com/office/drawing/2014/main" val="2414069751"/>
                    </a:ext>
                  </a:extLst>
                </a:gridCol>
                <a:gridCol w="2459816">
                  <a:extLst>
                    <a:ext uri="{9D8B030D-6E8A-4147-A177-3AD203B41FA5}">
                      <a16:colId xmlns:a16="http://schemas.microsoft.com/office/drawing/2014/main" val="4193103119"/>
                    </a:ext>
                  </a:extLst>
                </a:gridCol>
              </a:tblGrid>
              <a:tr h="331200">
                <a:tc>
                  <a:txBody>
                    <a:bodyPr/>
                    <a:lstStyle/>
                    <a:p>
                      <a:r>
                        <a:rPr lang="en-AU" sz="1600" dirty="0"/>
                        <a:t>Time</a:t>
                      </a:r>
                    </a:p>
                  </a:txBody>
                  <a:tcPr/>
                </a:tc>
                <a:tc>
                  <a:txBody>
                    <a:bodyPr/>
                    <a:lstStyle/>
                    <a:p>
                      <a:r>
                        <a:rPr lang="en-AU" sz="1600" dirty="0"/>
                        <a:t>Topic</a:t>
                      </a:r>
                    </a:p>
                  </a:txBody>
                  <a:tcPr/>
                </a:tc>
                <a:tc>
                  <a:txBody>
                    <a:bodyPr/>
                    <a:lstStyle/>
                    <a:p>
                      <a:r>
                        <a:rPr lang="en-AU" sz="1600" dirty="0"/>
                        <a:t>Presenter</a:t>
                      </a:r>
                    </a:p>
                  </a:txBody>
                  <a:tcPr/>
                </a:tc>
                <a:extLst>
                  <a:ext uri="{0D108BD9-81ED-4DB2-BD59-A6C34878D82A}">
                    <a16:rowId xmlns:a16="http://schemas.microsoft.com/office/drawing/2014/main" val="2091263801"/>
                  </a:ext>
                </a:extLst>
              </a:tr>
              <a:tr h="331200">
                <a:tc>
                  <a:txBody>
                    <a:bodyPr/>
                    <a:lstStyle/>
                    <a:p>
                      <a:r>
                        <a:rPr lang="en-AU" sz="1600" dirty="0"/>
                        <a:t>9:00 – 9:15</a:t>
                      </a:r>
                    </a:p>
                  </a:txBody>
                  <a:tcPr/>
                </a:tc>
                <a:tc>
                  <a:txBody>
                    <a:bodyPr/>
                    <a:lstStyle/>
                    <a:p>
                      <a:r>
                        <a:rPr lang="en-AU" sz="1600" dirty="0"/>
                        <a:t>Recap &amp; Overview</a:t>
                      </a:r>
                    </a:p>
                  </a:txBody>
                  <a:tcPr/>
                </a:tc>
                <a:tc>
                  <a:txBody>
                    <a:bodyPr/>
                    <a:lstStyle/>
                    <a:p>
                      <a:r>
                        <a:rPr lang="en-AU" sz="1600" dirty="0"/>
                        <a:t>Nicole</a:t>
                      </a:r>
                    </a:p>
                  </a:txBody>
                  <a:tcPr/>
                </a:tc>
                <a:extLst>
                  <a:ext uri="{0D108BD9-81ED-4DB2-BD59-A6C34878D82A}">
                    <a16:rowId xmlns:a16="http://schemas.microsoft.com/office/drawing/2014/main" val="2170633817"/>
                  </a:ext>
                </a:extLst>
              </a:tr>
              <a:tr h="331200">
                <a:tc>
                  <a:txBody>
                    <a:bodyPr/>
                    <a:lstStyle/>
                    <a:p>
                      <a:r>
                        <a:rPr lang="en-AU" sz="1600" dirty="0"/>
                        <a:t>9:15 – 11:00</a:t>
                      </a:r>
                    </a:p>
                  </a:txBody>
                  <a:tcPr/>
                </a:tc>
                <a:tc>
                  <a:txBody>
                    <a:bodyPr/>
                    <a:lstStyle/>
                    <a:p>
                      <a:r>
                        <a:rPr lang="en-AU" sz="1600" dirty="0"/>
                        <a:t>Competing risks models</a:t>
                      </a:r>
                    </a:p>
                  </a:txBody>
                  <a:tcPr/>
                </a:tc>
                <a:tc>
                  <a:txBody>
                    <a:bodyPr/>
                    <a:lstStyle/>
                    <a:p>
                      <a:r>
                        <a:rPr lang="en-AU" sz="1600" dirty="0"/>
                        <a:t>Maarit</a:t>
                      </a:r>
                    </a:p>
                  </a:txBody>
                  <a:tcPr/>
                </a:tc>
                <a:extLst>
                  <a:ext uri="{0D108BD9-81ED-4DB2-BD59-A6C34878D82A}">
                    <a16:rowId xmlns:a16="http://schemas.microsoft.com/office/drawing/2014/main" val="899702542"/>
                  </a:ext>
                </a:extLst>
              </a:tr>
              <a:tr h="331200">
                <a:tc>
                  <a:txBody>
                    <a:bodyPr/>
                    <a:lstStyle/>
                    <a:p>
                      <a:r>
                        <a:rPr lang="en-AU" sz="1600" dirty="0"/>
                        <a:t>11:00 – 11:10</a:t>
                      </a:r>
                    </a:p>
                  </a:txBody>
                  <a:tcPr/>
                </a:tc>
                <a:tc>
                  <a:txBody>
                    <a:bodyPr/>
                    <a:lstStyle/>
                    <a:p>
                      <a:r>
                        <a:rPr lang="en-AU" sz="1600" dirty="0"/>
                        <a:t>Break</a:t>
                      </a:r>
                    </a:p>
                  </a:txBody>
                  <a:tcPr/>
                </a:tc>
                <a:tc>
                  <a:txBody>
                    <a:bodyPr/>
                    <a:lstStyle/>
                    <a:p>
                      <a:endParaRPr lang="en-AU" sz="1600" dirty="0"/>
                    </a:p>
                  </a:txBody>
                  <a:tcPr/>
                </a:tc>
                <a:extLst>
                  <a:ext uri="{0D108BD9-81ED-4DB2-BD59-A6C34878D82A}">
                    <a16:rowId xmlns:a16="http://schemas.microsoft.com/office/drawing/2014/main" val="4041457483"/>
                  </a:ext>
                </a:extLst>
              </a:tr>
              <a:tr h="331200">
                <a:tc>
                  <a:txBody>
                    <a:bodyPr/>
                    <a:lstStyle/>
                    <a:p>
                      <a:r>
                        <a:rPr lang="en-AU" sz="1600" dirty="0"/>
                        <a:t>11:10 – 12:30</a:t>
                      </a:r>
                    </a:p>
                  </a:txBody>
                  <a:tcPr/>
                </a:tc>
                <a:tc>
                  <a:txBody>
                    <a:bodyPr/>
                    <a:lstStyle/>
                    <a:p>
                      <a:r>
                        <a:rPr lang="en-AU" sz="1600" dirty="0"/>
                        <a:t>Flexible parametric survival (continued)</a:t>
                      </a:r>
                    </a:p>
                  </a:txBody>
                  <a:tcPr/>
                </a:tc>
                <a:tc>
                  <a:txBody>
                    <a:bodyPr/>
                    <a:lstStyle/>
                    <a:p>
                      <a:r>
                        <a:rPr lang="en-AU" sz="1600" dirty="0"/>
                        <a:t>Nicole</a:t>
                      </a:r>
                    </a:p>
                  </a:txBody>
                  <a:tcPr/>
                </a:tc>
                <a:extLst>
                  <a:ext uri="{0D108BD9-81ED-4DB2-BD59-A6C34878D82A}">
                    <a16:rowId xmlns:a16="http://schemas.microsoft.com/office/drawing/2014/main" val="1630319212"/>
                  </a:ext>
                </a:extLst>
              </a:tr>
              <a:tr h="331200">
                <a:tc>
                  <a:txBody>
                    <a:bodyPr/>
                    <a:lstStyle/>
                    <a:p>
                      <a:r>
                        <a:rPr lang="en-AU" sz="1600" dirty="0"/>
                        <a:t>12:30 – 1:15</a:t>
                      </a:r>
                    </a:p>
                  </a:txBody>
                  <a:tcPr/>
                </a:tc>
                <a:tc>
                  <a:txBody>
                    <a:bodyPr/>
                    <a:lstStyle/>
                    <a:p>
                      <a:r>
                        <a:rPr lang="en-AU" sz="1600" dirty="0"/>
                        <a:t>Lunch</a:t>
                      </a:r>
                    </a:p>
                  </a:txBody>
                  <a:tcPr/>
                </a:tc>
                <a:tc>
                  <a:txBody>
                    <a:bodyPr/>
                    <a:lstStyle/>
                    <a:p>
                      <a:endParaRPr lang="en-AU" sz="1600" dirty="0"/>
                    </a:p>
                  </a:txBody>
                  <a:tcPr/>
                </a:tc>
                <a:extLst>
                  <a:ext uri="{0D108BD9-81ED-4DB2-BD59-A6C34878D82A}">
                    <a16:rowId xmlns:a16="http://schemas.microsoft.com/office/drawing/2014/main" val="57519097"/>
                  </a:ext>
                </a:extLst>
              </a:tr>
              <a:tr h="331200">
                <a:tc>
                  <a:txBody>
                    <a:bodyPr/>
                    <a:lstStyle/>
                    <a:p>
                      <a:r>
                        <a:rPr lang="en-AU" sz="1600" dirty="0"/>
                        <a:t>1:15 – 2:50</a:t>
                      </a:r>
                    </a:p>
                  </a:txBody>
                  <a:tcPr/>
                </a:tc>
                <a:tc>
                  <a:txBody>
                    <a:bodyPr/>
                    <a:lstStyle/>
                    <a:p>
                      <a:r>
                        <a:rPr lang="en-AU" sz="1600" dirty="0"/>
                        <a:t>Multi-state modelling</a:t>
                      </a:r>
                    </a:p>
                  </a:txBody>
                  <a:tcPr/>
                </a:tc>
                <a:tc>
                  <a:txBody>
                    <a:bodyPr/>
                    <a:lstStyle/>
                    <a:p>
                      <a:r>
                        <a:rPr lang="en-AU" sz="1600" dirty="0"/>
                        <a:t>Nicole</a:t>
                      </a:r>
                    </a:p>
                  </a:txBody>
                  <a:tcPr/>
                </a:tc>
                <a:extLst>
                  <a:ext uri="{0D108BD9-81ED-4DB2-BD59-A6C34878D82A}">
                    <a16:rowId xmlns:a16="http://schemas.microsoft.com/office/drawing/2014/main" val="2403791786"/>
                  </a:ext>
                </a:extLst>
              </a:tr>
              <a:tr h="331200">
                <a:tc>
                  <a:txBody>
                    <a:bodyPr/>
                    <a:lstStyle/>
                    <a:p>
                      <a:r>
                        <a:rPr lang="en-AU" sz="1600" dirty="0"/>
                        <a:t>2:50 – 3:00</a:t>
                      </a:r>
                    </a:p>
                  </a:txBody>
                  <a:tcPr/>
                </a:tc>
                <a:tc>
                  <a:txBody>
                    <a:bodyPr/>
                    <a:lstStyle/>
                    <a:p>
                      <a:r>
                        <a:rPr lang="en-AU" sz="1600" dirty="0"/>
                        <a:t>Break</a:t>
                      </a:r>
                    </a:p>
                  </a:txBody>
                  <a:tcPr/>
                </a:tc>
                <a:tc>
                  <a:txBody>
                    <a:bodyPr/>
                    <a:lstStyle/>
                    <a:p>
                      <a:endParaRPr lang="en-AU" sz="1600" dirty="0"/>
                    </a:p>
                  </a:txBody>
                  <a:tcPr/>
                </a:tc>
                <a:extLst>
                  <a:ext uri="{0D108BD9-81ED-4DB2-BD59-A6C34878D82A}">
                    <a16:rowId xmlns:a16="http://schemas.microsoft.com/office/drawing/2014/main" val="1269498876"/>
                  </a:ext>
                </a:extLst>
              </a:tr>
              <a:tr h="331200">
                <a:tc>
                  <a:txBody>
                    <a:bodyPr/>
                    <a:lstStyle/>
                    <a:p>
                      <a:r>
                        <a:rPr lang="en-AU" sz="1600" dirty="0"/>
                        <a:t>3:00 – 3:50</a:t>
                      </a:r>
                    </a:p>
                  </a:txBody>
                  <a:tcPr/>
                </a:tc>
                <a:tc>
                  <a:txBody>
                    <a:bodyPr/>
                    <a:lstStyle/>
                    <a:p>
                      <a:r>
                        <a:rPr lang="en-AU" sz="1600" dirty="0"/>
                        <a:t>Multi-state modelling (continued)</a:t>
                      </a:r>
                    </a:p>
                  </a:txBody>
                  <a:tcPr/>
                </a:tc>
                <a:tc>
                  <a:txBody>
                    <a:bodyPr/>
                    <a:lstStyle/>
                    <a:p>
                      <a:r>
                        <a:rPr lang="en-AU" sz="1600"/>
                        <a:t>Nicole</a:t>
                      </a:r>
                      <a:endParaRPr lang="en-AU" sz="1600" dirty="0"/>
                    </a:p>
                  </a:txBody>
                  <a:tcPr/>
                </a:tc>
                <a:extLst>
                  <a:ext uri="{0D108BD9-81ED-4DB2-BD59-A6C34878D82A}">
                    <a16:rowId xmlns:a16="http://schemas.microsoft.com/office/drawing/2014/main" val="160724970"/>
                  </a:ext>
                </a:extLst>
              </a:tr>
              <a:tr h="331200">
                <a:tc>
                  <a:txBody>
                    <a:bodyPr/>
                    <a:lstStyle/>
                    <a:p>
                      <a:r>
                        <a:rPr lang="en-AU" sz="1600" dirty="0"/>
                        <a:t>3:45 – 4:00</a:t>
                      </a:r>
                    </a:p>
                  </a:txBody>
                  <a:tcPr/>
                </a:tc>
                <a:tc>
                  <a:txBody>
                    <a:bodyPr/>
                    <a:lstStyle/>
                    <a:p>
                      <a:r>
                        <a:rPr lang="en-AU" sz="1600" dirty="0"/>
                        <a:t>Wrap up</a:t>
                      </a:r>
                    </a:p>
                  </a:txBody>
                  <a:tcPr/>
                </a:tc>
                <a:tc>
                  <a:txBody>
                    <a:bodyPr/>
                    <a:lstStyle/>
                    <a:p>
                      <a:r>
                        <a:rPr lang="en-AU" sz="1600" dirty="0"/>
                        <a:t>Maarit</a:t>
                      </a:r>
                    </a:p>
                  </a:txBody>
                  <a:tcPr/>
                </a:tc>
                <a:extLst>
                  <a:ext uri="{0D108BD9-81ED-4DB2-BD59-A6C34878D82A}">
                    <a16:rowId xmlns:a16="http://schemas.microsoft.com/office/drawing/2014/main" val="10883749"/>
                  </a:ext>
                </a:extLst>
              </a:tr>
            </a:tbl>
          </a:graphicData>
        </a:graphic>
      </p:graphicFrame>
    </p:spTree>
    <p:extLst>
      <p:ext uri="{BB962C8B-B14F-4D97-AF65-F5344CB8AC3E}">
        <p14:creationId xmlns:p14="http://schemas.microsoft.com/office/powerpoint/2010/main" val="1462451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895D8-D11D-55CD-17C4-BB44F13705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FDAE6-1AF3-0331-0686-79E6545118C5}"/>
              </a:ext>
              <a:ext uri="{C183D7F6-B498-43B3-948B-1728B52AA6E4}">
                <adec:decorative xmlns:adec="http://schemas.microsoft.com/office/drawing/2017/decorative" val="0"/>
              </a:ext>
            </a:extLst>
          </p:cNvPr>
          <p:cNvSpPr txBox="1">
            <a:spLocks noGrp="1"/>
          </p:cNvSpPr>
          <p:nvPr>
            <p:ph type="title"/>
          </p:nvPr>
        </p:nvSpPr>
        <p:spPr>
          <a:xfrm>
            <a:off x="577850" y="514350"/>
            <a:ext cx="7988300" cy="382156"/>
          </a:xfrm>
          <a:prstGeom prst="rect">
            <a:avLst/>
          </a:prstGeom>
        </p:spPr>
        <p:txBody>
          <a:bodyPr vert="horz" wrap="square" lIns="0" tIns="12700" rIns="0" bIns="0" rtlCol="0">
            <a:spAutoFit/>
          </a:bodyPr>
          <a:lstStyle/>
          <a:p>
            <a:pPr marL="12700" marR="5080">
              <a:lnSpc>
                <a:spcPct val="100000"/>
              </a:lnSpc>
              <a:spcBef>
                <a:spcPts val="100"/>
              </a:spcBef>
            </a:pPr>
            <a:r>
              <a:rPr lang="en-AU" spc="-10" dirty="0">
                <a:solidFill>
                  <a:schemeClr val="accent1"/>
                </a:solidFill>
              </a:rPr>
              <a:t>Resources and Navigation</a:t>
            </a:r>
            <a:endParaRPr spc="-10" dirty="0">
              <a:solidFill>
                <a:schemeClr val="accent1"/>
              </a:solidFill>
            </a:endParaRPr>
          </a:p>
        </p:txBody>
      </p:sp>
      <p:sp>
        <p:nvSpPr>
          <p:cNvPr id="3" name="TextBox 2">
            <a:extLst>
              <a:ext uri="{FF2B5EF4-FFF2-40B4-BE49-F238E27FC236}">
                <a16:creationId xmlns:a16="http://schemas.microsoft.com/office/drawing/2014/main" id="{A43139B7-3490-A762-1B74-E230ECF43AD6}"/>
              </a:ext>
            </a:extLst>
          </p:cNvPr>
          <p:cNvSpPr txBox="1"/>
          <p:nvPr/>
        </p:nvSpPr>
        <p:spPr>
          <a:xfrm>
            <a:off x="577850" y="896506"/>
            <a:ext cx="8376833" cy="3600986"/>
          </a:xfrm>
          <a:prstGeom prst="rect">
            <a:avLst/>
          </a:prstGeom>
          <a:noFill/>
        </p:spPr>
        <p:txBody>
          <a:bodyPr wrap="square" rtlCol="0">
            <a:spAutoFit/>
          </a:bodyPr>
          <a:lstStyle/>
          <a:p>
            <a:r>
              <a:rPr lang="en-AU" sz="1900" dirty="0" err="1"/>
              <a:t>Github</a:t>
            </a:r>
            <a:r>
              <a:rPr lang="en-AU" sz="1900" dirty="0"/>
              <a:t>: </a:t>
            </a:r>
            <a:r>
              <a:rPr lang="en-AU" sz="1900" dirty="0">
                <a:hlinkClick r:id="rId3"/>
              </a:rPr>
              <a:t>https://github.com/NicoleDeLaMata/AdvancedSurvival</a:t>
            </a:r>
            <a:r>
              <a:rPr lang="en-AU" sz="1900" dirty="0"/>
              <a:t>  </a:t>
            </a:r>
          </a:p>
          <a:p>
            <a:pPr marL="342900" indent="-342900">
              <a:buFont typeface="Symbol" panose="05050102010706020507" pitchFamily="18" charset="2"/>
              <a:buChar char="-"/>
            </a:pPr>
            <a:endParaRPr lang="en-AU" sz="1900" dirty="0"/>
          </a:p>
          <a:p>
            <a:pPr marL="342900" indent="-342900">
              <a:buFont typeface="Symbol" panose="05050102010706020507" pitchFamily="18" charset="2"/>
              <a:buChar char="-"/>
            </a:pPr>
            <a:r>
              <a:rPr lang="en-AU" sz="1900" dirty="0"/>
              <a:t>Data</a:t>
            </a:r>
          </a:p>
          <a:p>
            <a:pPr marL="342900" indent="-342900">
              <a:buFont typeface="Symbol" panose="05050102010706020507" pitchFamily="18" charset="2"/>
              <a:buChar char="-"/>
            </a:pPr>
            <a:r>
              <a:rPr lang="en-AU" sz="1900" dirty="0"/>
              <a:t>Coding</a:t>
            </a:r>
          </a:p>
          <a:p>
            <a:pPr marL="342900" indent="-342900">
              <a:buFont typeface="Symbol" panose="05050102010706020507" pitchFamily="18" charset="2"/>
              <a:buChar char="-"/>
            </a:pPr>
            <a:r>
              <a:rPr lang="en-AU" sz="1900" dirty="0"/>
              <a:t>Presentations</a:t>
            </a:r>
          </a:p>
          <a:p>
            <a:pPr marL="342900" indent="-342900">
              <a:buFont typeface="Symbol" panose="05050102010706020507" pitchFamily="18" charset="2"/>
              <a:buChar char="-"/>
            </a:pPr>
            <a:r>
              <a:rPr lang="en-AU" sz="1900" dirty="0"/>
              <a:t>Recordings</a:t>
            </a:r>
          </a:p>
          <a:p>
            <a:pPr marL="342900" indent="-342900">
              <a:buFont typeface="Symbol" panose="05050102010706020507" pitchFamily="18" charset="2"/>
              <a:buChar char="-"/>
            </a:pPr>
            <a:r>
              <a:rPr lang="en-AU" sz="1900" dirty="0"/>
              <a:t>Quarto webpage: </a:t>
            </a:r>
            <a:r>
              <a:rPr lang="en-AU" sz="1900" dirty="0">
                <a:hlinkClick r:id="rId4"/>
              </a:rPr>
              <a:t>https://nicoledelamata.github.io/AdvancedSurvival/</a:t>
            </a:r>
            <a:r>
              <a:rPr lang="en-AU" sz="1900" dirty="0"/>
              <a:t> </a:t>
            </a:r>
          </a:p>
          <a:p>
            <a:pPr marL="342900" indent="-342900">
              <a:buFont typeface="Symbol" panose="05050102010706020507" pitchFamily="18" charset="2"/>
              <a:buChar char="-"/>
            </a:pPr>
            <a:r>
              <a:rPr lang="en-AU" sz="1900" dirty="0"/>
              <a:t>Additional exercise data (suggested solutions following workshop) </a:t>
            </a:r>
          </a:p>
          <a:p>
            <a:pPr marL="342900" indent="-342900">
              <a:buFont typeface="Symbol" panose="05050102010706020507" pitchFamily="18" charset="2"/>
              <a:buChar char="-"/>
            </a:pPr>
            <a:endParaRPr lang="en-AU" sz="1900" dirty="0"/>
          </a:p>
          <a:p>
            <a:pPr marL="342900" indent="-342900">
              <a:buFont typeface="Symbol" panose="05050102010706020507" pitchFamily="18" charset="2"/>
              <a:buChar char="-"/>
            </a:pPr>
            <a:endParaRPr lang="en-AU" sz="1900" dirty="0"/>
          </a:p>
          <a:p>
            <a:r>
              <a:rPr lang="en-AU" sz="1900" dirty="0"/>
              <a:t>At conclusion, zip file of resources will be sent and </a:t>
            </a:r>
            <a:r>
              <a:rPr lang="en-AU" sz="1900" dirty="0" err="1"/>
              <a:t>Github</a:t>
            </a:r>
            <a:r>
              <a:rPr lang="en-AU" sz="1900" dirty="0"/>
              <a:t> accessible for 1 week before closing public access.</a:t>
            </a:r>
          </a:p>
        </p:txBody>
      </p:sp>
    </p:spTree>
    <p:extLst>
      <p:ext uri="{BB962C8B-B14F-4D97-AF65-F5344CB8AC3E}">
        <p14:creationId xmlns:p14="http://schemas.microsoft.com/office/powerpoint/2010/main" val="2115156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407DA82-4917-34CF-4BE6-627BFFC7F011}"/>
              </a:ext>
            </a:extLst>
          </p:cNvPr>
          <p:cNvSpPr txBox="1">
            <a:spLocks/>
          </p:cNvSpPr>
          <p:nvPr/>
        </p:nvSpPr>
        <p:spPr>
          <a:xfrm>
            <a:off x="1236019" y="2129602"/>
            <a:ext cx="4243645" cy="884296"/>
          </a:xfrm>
          <a:prstGeom prst="rect">
            <a:avLst/>
          </a:prstGeom>
        </p:spPr>
        <p:txBody>
          <a:bodyPr/>
          <a:lstStyle>
            <a:lvl1pPr>
              <a:defRPr>
                <a:solidFill>
                  <a:schemeClr val="accent1"/>
                </a:solidFill>
                <a:latin typeface="+mj-lt"/>
                <a:ea typeface="+mj-ea"/>
                <a:cs typeface="+mj-cs"/>
              </a:defRPr>
            </a:lvl1pPr>
          </a:lstStyle>
          <a:p>
            <a:r>
              <a:rPr lang="en-US" sz="2400" dirty="0">
                <a:solidFill>
                  <a:schemeClr val="bg1"/>
                </a:solidFill>
              </a:rPr>
              <a:t>Questions?</a:t>
            </a:r>
            <a:endParaRPr lang="en-AU" sz="2400" dirty="0">
              <a:solidFill>
                <a:schemeClr val="bg1"/>
              </a:solidFill>
            </a:endParaRPr>
          </a:p>
        </p:txBody>
      </p:sp>
      <p:pic>
        <p:nvPicPr>
          <p:cNvPr id="7" name="Picture 6" descr="Question Zutto">
            <a:extLst>
              <a:ext uri="{FF2B5EF4-FFF2-40B4-BE49-F238E27FC236}">
                <a16:creationId xmlns:a16="http://schemas.microsoft.com/office/drawing/2014/main" id="{7588C287-C25E-FEB8-63B0-B5AD0E8B90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4580" y="820441"/>
            <a:ext cx="2827149" cy="2827149"/>
          </a:xfrm>
          <a:prstGeom prst="rect">
            <a:avLst/>
          </a:prstGeom>
        </p:spPr>
      </p:pic>
    </p:spTree>
    <p:extLst>
      <p:ext uri="{BB962C8B-B14F-4D97-AF65-F5344CB8AC3E}">
        <p14:creationId xmlns:p14="http://schemas.microsoft.com/office/powerpoint/2010/main" val="1906047414"/>
      </p:ext>
    </p:extLst>
  </p:cSld>
  <p:clrMapOvr>
    <a:masterClrMapping/>
  </p:clrMapOvr>
</p:sld>
</file>

<file path=ppt/theme/theme1.xml><?xml version="1.0" encoding="utf-8"?>
<a:theme xmlns:a="http://schemas.openxmlformats.org/drawingml/2006/main" name="Title slides">
  <a:themeElements>
    <a:clrScheme name="University of Sydney 2022_2">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Acknowledgement of Country">
  <a:themeElements>
    <a:clrScheme name="University of Sydney 2022_2">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hapter break">
  <a:themeElements>
    <a:clrScheme name="University of Sydney 2022_2">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Graphic slides">
  <a:themeElements>
    <a:clrScheme name="University of Sydney 2022_2">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Content slides">
  <a:themeElements>
    <a:clrScheme name="University of Sydney 2022_2">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Updates_No accent bar">
  <a:themeElements>
    <a:clrScheme name="University of Sydney 2022_2">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342e17a-d69a-4a7c-aca9-8c457aad35e5">
      <Terms xmlns="http://schemas.microsoft.com/office/infopath/2007/PartnerControls"/>
    </lcf76f155ced4ddcb4097134ff3c332f>
    <TaxCatchAll xmlns="b4ec80fd-8431-40c0-a290-862af3148ca3" xsi:nil="true"/>
    <Reportpage xmlns="7342e17a-d69a-4a7c-aca9-8c457aad35e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592580B121D5040ACF1C3BB881AB73F" ma:contentTypeVersion="14" ma:contentTypeDescription="Create a new document." ma:contentTypeScope="" ma:versionID="1091cb38004b44c441a10ca9df3dc410">
  <xsd:schema xmlns:xsd="http://www.w3.org/2001/XMLSchema" xmlns:xs="http://www.w3.org/2001/XMLSchema" xmlns:p="http://schemas.microsoft.com/office/2006/metadata/properties" xmlns:ns2="7342e17a-d69a-4a7c-aca9-8c457aad35e5" xmlns:ns3="b4ec80fd-8431-40c0-a290-862af3148ca3" targetNamespace="http://schemas.microsoft.com/office/2006/metadata/properties" ma:root="true" ma:fieldsID="fcf02c74aee6b19046370ebc49fc1b2d" ns2:_="" ns3:_="">
    <xsd:import namespace="7342e17a-d69a-4a7c-aca9-8c457aad35e5"/>
    <xsd:import namespace="b4ec80fd-8431-40c0-a290-862af3148ca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ServiceLocation" minOccurs="0"/>
                <xsd:element ref="ns2:MediaLengthInSeconds" minOccurs="0"/>
                <xsd:element ref="ns2:Reportpag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42e17a-d69a-4a7c-aca9-8c457aad35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b492977-2dea-498c-99b4-1555f3d0d96a"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Reportpage" ma:index="21" nillable="true" ma:displayName="Report page" ma:format="Dropdown" ma:internalName="Reportpag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4ec80fd-8431-40c0-a290-862af3148ca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73a6383-9aee-48ca-96a5-76a7fec42c51}" ma:internalName="TaxCatchAll" ma:showField="CatchAllData" ma:web="b4ec80fd-8431-40c0-a290-862af3148ca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D04B00-E890-4682-9295-DDD3DDE8268D}">
  <ds:schemaRefs>
    <ds:schemaRef ds:uri="http://purl.org/dc/dcmitype/"/>
    <ds:schemaRef ds:uri="b4ec80fd-8431-40c0-a290-862af3148ca3"/>
    <ds:schemaRef ds:uri="http://schemas.microsoft.com/office/2006/metadata/properties"/>
    <ds:schemaRef ds:uri="http://schemas.microsoft.com/office/2006/documentManagement/types"/>
    <ds:schemaRef ds:uri="http://purl.org/dc/terms/"/>
    <ds:schemaRef ds:uri="7342e17a-d69a-4a7c-aca9-8c457aad35e5"/>
    <ds:schemaRef ds:uri="http://purl.org/dc/elements/1.1/"/>
    <ds:schemaRef ds:uri="http://schemas.microsoft.com/office/infopath/2007/PartnerControls"/>
    <ds:schemaRef ds:uri="http://www.w3.org/XML/1998/namespace"/>
    <ds:schemaRef ds:uri="http://schemas.openxmlformats.org/package/2006/metadata/core-properties"/>
  </ds:schemaRefs>
</ds:datastoreItem>
</file>

<file path=customXml/itemProps2.xml><?xml version="1.0" encoding="utf-8"?>
<ds:datastoreItem xmlns:ds="http://schemas.openxmlformats.org/officeDocument/2006/customXml" ds:itemID="{959B7B7D-D26A-4C33-826F-DADE54E4FDFA}">
  <ds:schemaRefs>
    <ds:schemaRef ds:uri="http://schemas.microsoft.com/sharepoint/v3/contenttype/forms"/>
  </ds:schemaRefs>
</ds:datastoreItem>
</file>

<file path=customXml/itemProps3.xml><?xml version="1.0" encoding="utf-8"?>
<ds:datastoreItem xmlns:ds="http://schemas.openxmlformats.org/officeDocument/2006/customXml" ds:itemID="{3EC600DA-0CD9-417B-AFD4-46018338836A}">
  <ds:schemaRefs>
    <ds:schemaRef ds:uri="7342e17a-d69a-4a7c-aca9-8c457aad35e5"/>
    <ds:schemaRef ds:uri="b4ec80fd-8431-40c0-a290-862af3148ca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82b3e37e-8171-485d-b10b-38dae7ed14a8}" enabled="0" method="" siteId="{82b3e37e-8171-485d-b10b-38dae7ed14a8}" removed="1"/>
</clbl:labelList>
</file>

<file path=docProps/app.xml><?xml version="1.0" encoding="utf-8"?>
<Properties xmlns="http://schemas.openxmlformats.org/officeDocument/2006/extended-properties" xmlns:vt="http://schemas.openxmlformats.org/officeDocument/2006/docPropsVTypes">
  <Template/>
  <TotalTime>6335</TotalTime>
  <Words>553</Words>
  <Application>Microsoft Office PowerPoint</Application>
  <PresentationFormat>On-screen Show (16:9)</PresentationFormat>
  <Paragraphs>125</Paragraphs>
  <Slides>13</Slides>
  <Notes>9</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13</vt:i4>
      </vt:variant>
    </vt:vector>
  </HeadingPairs>
  <TitlesOfParts>
    <vt:vector size="25" baseType="lpstr">
      <vt:lpstr>Arial</vt:lpstr>
      <vt:lpstr>Calibri</vt:lpstr>
      <vt:lpstr>Symbol</vt:lpstr>
      <vt:lpstr>System Font Regular</vt:lpstr>
      <vt:lpstr>Times</vt:lpstr>
      <vt:lpstr>Times New Roman</vt:lpstr>
      <vt:lpstr>Title slides</vt:lpstr>
      <vt:lpstr>Acknowledgement of Country</vt:lpstr>
      <vt:lpstr>Chapter break</vt:lpstr>
      <vt:lpstr>Graphic slides</vt:lpstr>
      <vt:lpstr>Content slides</vt:lpstr>
      <vt:lpstr>Updates_No accent bar</vt:lpstr>
      <vt:lpstr>PowerPoint Presentation</vt:lpstr>
      <vt:lpstr>Advanced survival concepts and analysis</vt:lpstr>
      <vt:lpstr>Welcome to the workshop!</vt:lpstr>
      <vt:lpstr>Meet the presenters</vt:lpstr>
      <vt:lpstr>Housekeeping – emergency procedures</vt:lpstr>
      <vt:lpstr>Your role in ensuring a safe campus</vt:lpstr>
      <vt:lpstr>Facilities housekeeping</vt:lpstr>
      <vt:lpstr>Overview of the workshop</vt:lpstr>
      <vt:lpstr>Topics covered</vt:lpstr>
      <vt:lpstr>Timetable – Day 1</vt:lpstr>
      <vt:lpstr>Timetable – Day 2</vt:lpstr>
      <vt:lpstr>Resources and Navigation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Nicole De La Mata</dc:creator>
  <cp:lastModifiedBy>Nicole De La Mata</cp:lastModifiedBy>
  <cp:revision>9</cp:revision>
  <dcterms:created xsi:type="dcterms:W3CDTF">2022-10-08T02:11:21Z</dcterms:created>
  <dcterms:modified xsi:type="dcterms:W3CDTF">2026-02-24T04:03:21Z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2022-10-08T00:00:00Z</vt:filetime>
  </property>
  <property fmtid="{D5CDD505-2E9C-101B-9397-08002B2CF9AE}" pid="3" name="Creator">
    <vt:lpwstr>Adobe InDesign 17.0 (Macintosh)</vt:lpwstr>
  </property>
  <property fmtid="{D5CDD505-2E9C-101B-9397-08002B2CF9AE}" pid="4" name="LastSaved">
    <vt:filetime>2022-10-08T00:00:00Z</vt:filetime>
  </property>
  <property fmtid="{D5CDD505-2E9C-101B-9397-08002B2CF9AE}" pid="5" name="Producer">
    <vt:lpwstr>Adobe PDF Library 16.0.3</vt:lpwstr>
  </property>
  <property fmtid="{D5CDD505-2E9C-101B-9397-08002B2CF9AE}" pid="6" name="ContentTypeId">
    <vt:lpwstr>0x0101002592580B121D5040ACF1C3BB881AB73F</vt:lpwstr>
  </property>
  <property fmtid="{D5CDD505-2E9C-101B-9397-08002B2CF9AE}" pid="7" name="MediaServiceImageTags">
    <vt:lpwstr/>
  </property>
</Properties>
</file>