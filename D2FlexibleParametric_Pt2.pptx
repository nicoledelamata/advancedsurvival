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4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5.xml" ContentType="application/vnd.openxmlformats-officedocument.theme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2" r:id="rId4"/>
    <p:sldMasterId id="2147483713" r:id="rId5"/>
    <p:sldMasterId id="2147483720" r:id="rId6"/>
    <p:sldMasterId id="2147483725" r:id="rId7"/>
    <p:sldMasterId id="2147483648" r:id="rId8"/>
    <p:sldMasterId id="2147483753" r:id="rId9"/>
  </p:sldMasterIdLst>
  <p:notesMasterIdLst>
    <p:notesMasterId r:id="rId31"/>
  </p:notesMasterIdLst>
  <p:sldIdLst>
    <p:sldId id="520" r:id="rId10"/>
    <p:sldId id="540" r:id="rId11"/>
    <p:sldId id="256" r:id="rId12"/>
    <p:sldId id="572" r:id="rId13"/>
    <p:sldId id="541" r:id="rId14"/>
    <p:sldId id="545" r:id="rId15"/>
    <p:sldId id="546" r:id="rId16"/>
    <p:sldId id="573" r:id="rId17"/>
    <p:sldId id="542" r:id="rId18"/>
    <p:sldId id="575" r:id="rId19"/>
    <p:sldId id="574" r:id="rId20"/>
    <p:sldId id="576" r:id="rId21"/>
    <p:sldId id="577" r:id="rId22"/>
    <p:sldId id="578" r:id="rId23"/>
    <p:sldId id="579" r:id="rId24"/>
    <p:sldId id="581" r:id="rId25"/>
    <p:sldId id="582" r:id="rId26"/>
    <p:sldId id="580" r:id="rId27"/>
    <p:sldId id="583" r:id="rId28"/>
    <p:sldId id="584" r:id="rId29"/>
    <p:sldId id="585" r:id="rId30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0D3551D-6E56-3115-7C93-54B8F2867FCD}" name="Dawn Leyland" initials="" userId="S::dawn.leyland@sydney.edu.au::0156b27b-d76c-496f-804d-eaf682773965" providerId="AD"/>
  <p188:author id="{B9ADBDA8-FF4E-24E2-FA2D-2D70436F6A6D}" name="Andrew Brettell" initials="AB" userId="S::andrew.brettell@sydney.edu.au::f44c2514-c849-4e7a-8552-86c664d14eb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DE1"/>
    <a:srgbClr val="414141"/>
    <a:srgbClr val="000000"/>
    <a:srgbClr val="873D35"/>
    <a:srgbClr val="8F9EC9"/>
    <a:srgbClr val="1A345E"/>
    <a:srgbClr val="DAA8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853C9D-DA48-467A-93FA-C4B9220F3049}" v="149" dt="2026-02-24T23:29:21.08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86895" autoAdjust="0"/>
  </p:normalViewPr>
  <p:slideViewPr>
    <p:cSldViewPr snapToGrid="0">
      <p:cViewPr varScale="1">
        <p:scale>
          <a:sx n="68" d="100"/>
          <a:sy n="68" d="100"/>
        </p:scale>
        <p:origin x="1168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21" Type="http://schemas.openxmlformats.org/officeDocument/2006/relationships/slide" Target="slides/slide12.xml"/><Relationship Id="rId34" Type="http://schemas.openxmlformats.org/officeDocument/2006/relationships/theme" Target="theme/theme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viewProps" Target="viewProp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29" Type="http://schemas.openxmlformats.org/officeDocument/2006/relationships/slide" Target="slides/slide20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microsoft.com/office/2016/11/relationships/changesInfo" Target="changesInfos/changesInfo1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tableStyles" Target="tableStyles.xml"/><Relationship Id="rId8" Type="http://schemas.openxmlformats.org/officeDocument/2006/relationships/slideMaster" Target="slideMasters/slideMaster5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e De La Mata" userId="878a281c-078f-44b6-973f-8ffac8d417e1" providerId="ADAL" clId="{79196F8A-5B65-4817-BD1C-5897143AED69}"/>
    <pc:docChg chg="undo custSel addSld delSld modSld sldOrd">
      <pc:chgData name="Nicole De La Mata" userId="878a281c-078f-44b6-973f-8ffac8d417e1" providerId="ADAL" clId="{79196F8A-5B65-4817-BD1C-5897143AED69}" dt="2026-02-25T19:54:42.750" v="1600" actId="20577"/>
      <pc:docMkLst>
        <pc:docMk/>
      </pc:docMkLst>
      <pc:sldChg chg="modSp mod modNotesTx">
        <pc:chgData name="Nicole De La Mata" userId="878a281c-078f-44b6-973f-8ffac8d417e1" providerId="ADAL" clId="{79196F8A-5B65-4817-BD1C-5897143AED69}" dt="2026-02-25T11:03:12.263" v="1595" actId="12"/>
        <pc:sldMkLst>
          <pc:docMk/>
          <pc:sldMk cId="0" sldId="256"/>
        </pc:sldMkLst>
        <pc:spChg chg="mod">
          <ac:chgData name="Nicole De La Mata" userId="878a281c-078f-44b6-973f-8ffac8d417e1" providerId="ADAL" clId="{79196F8A-5B65-4817-BD1C-5897143AED69}" dt="2026-02-25T11:03:12.263" v="1595" actId="12"/>
          <ac:spMkLst>
            <pc:docMk/>
            <pc:sldMk cId="0" sldId="256"/>
            <ac:spMk id="3" creationId="{B5363EE7-1EC4-CA11-AC1E-77F327D977C9}"/>
          </ac:spMkLst>
        </pc:spChg>
      </pc:sldChg>
      <pc:sldChg chg="modSp add mod modNotesTx">
        <pc:chgData name="Nicole De La Mata" userId="878a281c-078f-44b6-973f-8ffac8d417e1" providerId="ADAL" clId="{79196F8A-5B65-4817-BD1C-5897143AED69}" dt="2026-02-22T09:42:31.268" v="632" actId="20577"/>
        <pc:sldMkLst>
          <pc:docMk/>
          <pc:sldMk cId="471733717" sldId="541"/>
        </pc:sldMkLst>
        <pc:spChg chg="mod">
          <ac:chgData name="Nicole De La Mata" userId="878a281c-078f-44b6-973f-8ffac8d417e1" providerId="ADAL" clId="{79196F8A-5B65-4817-BD1C-5897143AED69}" dt="2026-02-22T09:25:11.209" v="82" actId="20577"/>
          <ac:spMkLst>
            <pc:docMk/>
            <pc:sldMk cId="471733717" sldId="541"/>
            <ac:spMk id="2" creationId="{C0B65F0B-A7CB-0402-D639-8B5E439DA187}"/>
          </ac:spMkLst>
        </pc:spChg>
        <pc:spChg chg="mod">
          <ac:chgData name="Nicole De La Mata" userId="878a281c-078f-44b6-973f-8ffac8d417e1" providerId="ADAL" clId="{79196F8A-5B65-4817-BD1C-5897143AED69}" dt="2026-02-22T09:41:52.884" v="587" actId="1076"/>
          <ac:spMkLst>
            <pc:docMk/>
            <pc:sldMk cId="471733717" sldId="541"/>
            <ac:spMk id="3" creationId="{B87A5154-5379-0415-8CB6-6744C4ACBAB7}"/>
          </ac:spMkLst>
        </pc:spChg>
      </pc:sldChg>
      <pc:sldChg chg="addSp delSp modSp add mod">
        <pc:chgData name="Nicole De La Mata" userId="878a281c-078f-44b6-973f-8ffac8d417e1" providerId="ADAL" clId="{79196F8A-5B65-4817-BD1C-5897143AED69}" dt="2026-02-25T10:26:14.333" v="1299" actId="1076"/>
        <pc:sldMkLst>
          <pc:docMk/>
          <pc:sldMk cId="572718469" sldId="542"/>
        </pc:sldMkLst>
        <pc:spChg chg="mod">
          <ac:chgData name="Nicole De La Mata" userId="878a281c-078f-44b6-973f-8ffac8d417e1" providerId="ADAL" clId="{79196F8A-5B65-4817-BD1C-5897143AED69}" dt="2026-02-22T09:43:42.675" v="672" actId="20577"/>
          <ac:spMkLst>
            <pc:docMk/>
            <pc:sldMk cId="572718469" sldId="542"/>
            <ac:spMk id="2" creationId="{3780CD7A-C9B4-6987-3BF6-D29C6FE3C0FA}"/>
          </ac:spMkLst>
        </pc:spChg>
        <pc:spChg chg="mod">
          <ac:chgData name="Nicole De La Mata" userId="878a281c-078f-44b6-973f-8ffac8d417e1" providerId="ADAL" clId="{79196F8A-5B65-4817-BD1C-5897143AED69}" dt="2026-02-22T09:52:37.872" v="798" actId="20577"/>
          <ac:spMkLst>
            <pc:docMk/>
            <pc:sldMk cId="572718469" sldId="542"/>
            <ac:spMk id="3" creationId="{59AA3552-3FC4-B15A-1E9A-90356BAB0618}"/>
          </ac:spMkLst>
        </pc:spChg>
        <pc:picChg chg="add del mod">
          <ac:chgData name="Nicole De La Mata" userId="878a281c-078f-44b6-973f-8ffac8d417e1" providerId="ADAL" clId="{79196F8A-5B65-4817-BD1C-5897143AED69}" dt="2026-02-25T10:26:08.801" v="1296" actId="478"/>
          <ac:picMkLst>
            <pc:docMk/>
            <pc:sldMk cId="572718469" sldId="542"/>
            <ac:picMk id="5" creationId="{227AF306-8759-84E2-86D9-12D8677576C9}"/>
          </ac:picMkLst>
        </pc:picChg>
        <pc:picChg chg="add mod">
          <ac:chgData name="Nicole De La Mata" userId="878a281c-078f-44b6-973f-8ffac8d417e1" providerId="ADAL" clId="{79196F8A-5B65-4817-BD1C-5897143AED69}" dt="2026-02-25T10:26:14.333" v="1299" actId="1076"/>
          <ac:picMkLst>
            <pc:docMk/>
            <pc:sldMk cId="572718469" sldId="542"/>
            <ac:picMk id="6" creationId="{6D13178B-A488-BA10-B9A8-BDDCBBA8CB0B}"/>
          </ac:picMkLst>
        </pc:picChg>
      </pc:sldChg>
      <pc:sldChg chg="modSp add mod modNotesTx">
        <pc:chgData name="Nicole De La Mata" userId="878a281c-078f-44b6-973f-8ffac8d417e1" providerId="ADAL" clId="{79196F8A-5B65-4817-BD1C-5897143AED69}" dt="2026-02-22T09:43:24.445" v="658" actId="6549"/>
        <pc:sldMkLst>
          <pc:docMk/>
          <pc:sldMk cId="2968977614" sldId="545"/>
        </pc:sldMkLst>
        <pc:spChg chg="mod">
          <ac:chgData name="Nicole De La Mata" userId="878a281c-078f-44b6-973f-8ffac8d417e1" providerId="ADAL" clId="{79196F8A-5B65-4817-BD1C-5897143AED69}" dt="2026-02-22T09:43:18.999" v="657" actId="20577"/>
          <ac:spMkLst>
            <pc:docMk/>
            <pc:sldMk cId="2968977614" sldId="545"/>
            <ac:spMk id="2" creationId="{B4503971-BA9B-F651-B8DF-325C272C42A4}"/>
          </ac:spMkLst>
        </pc:spChg>
      </pc:sldChg>
      <pc:sldChg chg="add del">
        <pc:chgData name="Nicole De La Mata" userId="878a281c-078f-44b6-973f-8ffac8d417e1" providerId="ADAL" clId="{79196F8A-5B65-4817-BD1C-5897143AED69}" dt="2026-02-24T19:48:47.377" v="800" actId="2890"/>
        <pc:sldMkLst>
          <pc:docMk/>
          <pc:sldMk cId="3755306169" sldId="546"/>
        </pc:sldMkLst>
      </pc:sldChg>
      <pc:sldChg chg="modSp add mod ord">
        <pc:chgData name="Nicole De La Mata" userId="878a281c-078f-44b6-973f-8ffac8d417e1" providerId="ADAL" clId="{79196F8A-5B65-4817-BD1C-5897143AED69}" dt="2026-02-25T09:50:37.120" v="1225" actId="1076"/>
        <pc:sldMkLst>
          <pc:docMk/>
          <pc:sldMk cId="3850714766" sldId="546"/>
        </pc:sldMkLst>
        <pc:spChg chg="mod">
          <ac:chgData name="Nicole De La Mata" userId="878a281c-078f-44b6-973f-8ffac8d417e1" providerId="ADAL" clId="{79196F8A-5B65-4817-BD1C-5897143AED69}" dt="2026-02-24T19:49:22.364" v="858" actId="20577"/>
          <ac:spMkLst>
            <pc:docMk/>
            <pc:sldMk cId="3850714766" sldId="546"/>
            <ac:spMk id="2" creationId="{7092B432-D548-9C09-B180-51BE3A3F68EF}"/>
          </ac:spMkLst>
        </pc:spChg>
        <pc:spChg chg="mod">
          <ac:chgData name="Nicole De La Mata" userId="878a281c-078f-44b6-973f-8ffac8d417e1" providerId="ADAL" clId="{79196F8A-5B65-4817-BD1C-5897143AED69}" dt="2026-02-25T09:50:37.120" v="1225" actId="1076"/>
          <ac:spMkLst>
            <pc:docMk/>
            <pc:sldMk cId="3850714766" sldId="546"/>
            <ac:spMk id="3" creationId="{02D56034-8EC4-4757-DD4C-13FD7B86EE91}"/>
          </ac:spMkLst>
        </pc:spChg>
      </pc:sldChg>
      <pc:sldChg chg="modSp add mod">
        <pc:chgData name="Nicole De La Mata" userId="878a281c-078f-44b6-973f-8ffac8d417e1" providerId="ADAL" clId="{79196F8A-5B65-4817-BD1C-5897143AED69}" dt="2026-02-24T20:32:22.432" v="944" actId="20577"/>
        <pc:sldMkLst>
          <pc:docMk/>
          <pc:sldMk cId="771906129" sldId="572"/>
        </pc:sldMkLst>
        <pc:spChg chg="mod">
          <ac:chgData name="Nicole De La Mata" userId="878a281c-078f-44b6-973f-8ffac8d417e1" providerId="ADAL" clId="{79196F8A-5B65-4817-BD1C-5897143AED69}" dt="2026-02-24T20:32:22.432" v="944" actId="20577"/>
          <ac:spMkLst>
            <pc:docMk/>
            <pc:sldMk cId="771906129" sldId="572"/>
            <ac:spMk id="2" creationId="{24C84CC3-BE0C-CEBD-F38B-144EB2E51215}"/>
          </ac:spMkLst>
        </pc:spChg>
      </pc:sldChg>
      <pc:sldChg chg="modSp add mod ord">
        <pc:chgData name="Nicole De La Mata" userId="878a281c-078f-44b6-973f-8ffac8d417e1" providerId="ADAL" clId="{79196F8A-5B65-4817-BD1C-5897143AED69}" dt="2026-02-24T20:32:41.815" v="961" actId="20577"/>
        <pc:sldMkLst>
          <pc:docMk/>
          <pc:sldMk cId="762231965" sldId="573"/>
        </pc:sldMkLst>
        <pc:spChg chg="mod">
          <ac:chgData name="Nicole De La Mata" userId="878a281c-078f-44b6-973f-8ffac8d417e1" providerId="ADAL" clId="{79196F8A-5B65-4817-BD1C-5897143AED69}" dt="2026-02-24T20:32:41.815" v="961" actId="20577"/>
          <ac:spMkLst>
            <pc:docMk/>
            <pc:sldMk cId="762231965" sldId="573"/>
            <ac:spMk id="2" creationId="{E5B563B9-46AB-E6E7-D745-D8A49F86FAD2}"/>
          </ac:spMkLst>
        </pc:spChg>
      </pc:sldChg>
      <pc:sldChg chg="addSp delSp modSp add mod">
        <pc:chgData name="Nicole De La Mata" userId="878a281c-078f-44b6-973f-8ffac8d417e1" providerId="ADAL" clId="{79196F8A-5B65-4817-BD1C-5897143AED69}" dt="2026-02-24T22:38:20.417" v="1090"/>
        <pc:sldMkLst>
          <pc:docMk/>
          <pc:sldMk cId="1035328112" sldId="574"/>
        </pc:sldMkLst>
        <pc:spChg chg="mod">
          <ac:chgData name="Nicole De La Mata" userId="878a281c-078f-44b6-973f-8ffac8d417e1" providerId="ADAL" clId="{79196F8A-5B65-4817-BD1C-5897143AED69}" dt="2026-02-24T22:37:21.966" v="1088" actId="313"/>
          <ac:spMkLst>
            <pc:docMk/>
            <pc:sldMk cId="1035328112" sldId="574"/>
            <ac:spMk id="2" creationId="{F9C17B2A-258C-2207-A62D-77981429E34C}"/>
          </ac:spMkLst>
        </pc:spChg>
        <pc:spChg chg="del">
          <ac:chgData name="Nicole De La Mata" userId="878a281c-078f-44b6-973f-8ffac8d417e1" providerId="ADAL" clId="{79196F8A-5B65-4817-BD1C-5897143AED69}" dt="2026-02-24T22:38:01.265" v="1089" actId="478"/>
          <ac:spMkLst>
            <pc:docMk/>
            <pc:sldMk cId="1035328112" sldId="574"/>
            <ac:spMk id="3" creationId="{18713350-0072-96FE-FD38-D59D15A01FFE}"/>
          </ac:spMkLst>
        </pc:spChg>
        <pc:spChg chg="add mod">
          <ac:chgData name="Nicole De La Mata" userId="878a281c-078f-44b6-973f-8ffac8d417e1" providerId="ADAL" clId="{79196F8A-5B65-4817-BD1C-5897143AED69}" dt="2026-02-24T22:38:20.417" v="1090"/>
          <ac:spMkLst>
            <pc:docMk/>
            <pc:sldMk cId="1035328112" sldId="574"/>
            <ac:spMk id="4" creationId="{979C625D-7565-61DD-C2DB-AD6DD83E9060}"/>
          </ac:spMkLst>
        </pc:spChg>
        <pc:picChg chg="del">
          <ac:chgData name="Nicole De La Mata" userId="878a281c-078f-44b6-973f-8ffac8d417e1" providerId="ADAL" clId="{79196F8A-5B65-4817-BD1C-5897143AED69}" dt="2026-02-24T20:34:05.072" v="963" actId="478"/>
          <ac:picMkLst>
            <pc:docMk/>
            <pc:sldMk cId="1035328112" sldId="574"/>
            <ac:picMk id="5" creationId="{24595D08-0EB1-DA86-2A47-A398B1FD7CA7}"/>
          </ac:picMkLst>
        </pc:picChg>
      </pc:sldChg>
      <pc:sldChg chg="addSp delSp modSp add mod ord">
        <pc:chgData name="Nicole De La Mata" userId="878a281c-078f-44b6-973f-8ffac8d417e1" providerId="ADAL" clId="{79196F8A-5B65-4817-BD1C-5897143AED69}" dt="2026-02-24T20:35:51.945" v="1060" actId="1038"/>
        <pc:sldMkLst>
          <pc:docMk/>
          <pc:sldMk cId="1648936318" sldId="575"/>
        </pc:sldMkLst>
        <pc:spChg chg="mod">
          <ac:chgData name="Nicole De La Mata" userId="878a281c-078f-44b6-973f-8ffac8d417e1" providerId="ADAL" clId="{79196F8A-5B65-4817-BD1C-5897143AED69}" dt="2026-02-24T20:34:36.509" v="994" actId="20577"/>
          <ac:spMkLst>
            <pc:docMk/>
            <pc:sldMk cId="1648936318" sldId="575"/>
            <ac:spMk id="2" creationId="{364A58F5-2341-C84E-A49E-DF5A24E3650A}"/>
          </ac:spMkLst>
        </pc:spChg>
        <pc:spChg chg="add mod">
          <ac:chgData name="Nicole De La Mata" userId="878a281c-078f-44b6-973f-8ffac8d417e1" providerId="ADAL" clId="{79196F8A-5B65-4817-BD1C-5897143AED69}" dt="2026-02-24T20:35:45.114" v="1059" actId="1076"/>
          <ac:spMkLst>
            <pc:docMk/>
            <pc:sldMk cId="1648936318" sldId="575"/>
            <ac:spMk id="3" creationId="{563AD199-80CB-F750-E164-DF0CBCD697D7}"/>
          </ac:spMkLst>
        </pc:spChg>
        <pc:spChg chg="mod">
          <ac:chgData name="Nicole De La Mata" userId="878a281c-078f-44b6-973f-8ffac8d417e1" providerId="ADAL" clId="{79196F8A-5B65-4817-BD1C-5897143AED69}" dt="2026-02-24T20:35:51.945" v="1060" actId="1038"/>
          <ac:spMkLst>
            <pc:docMk/>
            <pc:sldMk cId="1648936318" sldId="575"/>
            <ac:spMk id="4" creationId="{20A1986D-3B73-CA1D-A4BB-870EDC2B8620}"/>
          </ac:spMkLst>
        </pc:spChg>
        <pc:spChg chg="mod">
          <ac:chgData name="Nicole De La Mata" userId="878a281c-078f-44b6-973f-8ffac8d417e1" providerId="ADAL" clId="{79196F8A-5B65-4817-BD1C-5897143AED69}" dt="2026-02-24T20:35:07.198" v="1025" actId="20577"/>
          <ac:spMkLst>
            <pc:docMk/>
            <pc:sldMk cId="1648936318" sldId="575"/>
            <ac:spMk id="6" creationId="{F2A3AFA4-1BA3-7FA8-8725-980C88B80F37}"/>
          </ac:spMkLst>
        </pc:spChg>
        <pc:spChg chg="mod">
          <ac:chgData name="Nicole De La Mata" userId="878a281c-078f-44b6-973f-8ffac8d417e1" providerId="ADAL" clId="{79196F8A-5B65-4817-BD1C-5897143AED69}" dt="2026-02-24T20:35:16.300" v="1044" actId="20577"/>
          <ac:spMkLst>
            <pc:docMk/>
            <pc:sldMk cId="1648936318" sldId="575"/>
            <ac:spMk id="9" creationId="{C57869BD-4F01-1DCB-F036-6C82E8BC7CA6}"/>
          </ac:spMkLst>
        </pc:spChg>
        <pc:spChg chg="del">
          <ac:chgData name="Nicole De La Mata" userId="878a281c-078f-44b6-973f-8ffac8d417e1" providerId="ADAL" clId="{79196F8A-5B65-4817-BD1C-5897143AED69}" dt="2026-02-24T20:35:00.960" v="1013" actId="478"/>
          <ac:spMkLst>
            <pc:docMk/>
            <pc:sldMk cId="1648936318" sldId="575"/>
            <ac:spMk id="13" creationId="{190D1801-E05A-3536-23DC-53A0AFCB2FF6}"/>
          </ac:spMkLst>
        </pc:spChg>
      </pc:sldChg>
      <pc:sldChg chg="addSp delSp modSp add mod">
        <pc:chgData name="Nicole De La Mata" userId="878a281c-078f-44b6-973f-8ffac8d417e1" providerId="ADAL" clId="{79196F8A-5B65-4817-BD1C-5897143AED69}" dt="2026-02-24T23:27:48.295" v="1114" actId="1076"/>
        <pc:sldMkLst>
          <pc:docMk/>
          <pc:sldMk cId="2030923234" sldId="576"/>
        </pc:sldMkLst>
        <pc:spChg chg="mod">
          <ac:chgData name="Nicole De La Mata" userId="878a281c-078f-44b6-973f-8ffac8d417e1" providerId="ADAL" clId="{79196F8A-5B65-4817-BD1C-5897143AED69}" dt="2026-02-24T23:27:40.033" v="1111" actId="20577"/>
          <ac:spMkLst>
            <pc:docMk/>
            <pc:sldMk cId="2030923234" sldId="576"/>
            <ac:spMk id="2" creationId="{40BE8142-615A-FD07-0C7A-1679C9CB1E2B}"/>
          </ac:spMkLst>
        </pc:spChg>
        <pc:spChg chg="del">
          <ac:chgData name="Nicole De La Mata" userId="878a281c-078f-44b6-973f-8ffac8d417e1" providerId="ADAL" clId="{79196F8A-5B65-4817-BD1C-5897143AED69}" dt="2026-02-24T23:25:26.014" v="1092" actId="478"/>
          <ac:spMkLst>
            <pc:docMk/>
            <pc:sldMk cId="2030923234" sldId="576"/>
            <ac:spMk id="4" creationId="{9406269B-EEC5-24E5-444F-8601AA0E9A28}"/>
          </ac:spMkLst>
        </pc:spChg>
        <pc:picChg chg="add mod">
          <ac:chgData name="Nicole De La Mata" userId="878a281c-078f-44b6-973f-8ffac8d417e1" providerId="ADAL" clId="{79196F8A-5B65-4817-BD1C-5897143AED69}" dt="2026-02-24T23:27:48.295" v="1114" actId="1076"/>
          <ac:picMkLst>
            <pc:docMk/>
            <pc:sldMk cId="2030923234" sldId="576"/>
            <ac:picMk id="5" creationId="{38C1B1D3-E566-C9F0-FAF0-05396C3A73B3}"/>
          </ac:picMkLst>
        </pc:picChg>
      </pc:sldChg>
      <pc:sldChg chg="addSp delSp modSp add mod">
        <pc:chgData name="Nicole De La Mata" userId="878a281c-078f-44b6-973f-8ffac8d417e1" providerId="ADAL" clId="{79196F8A-5B65-4817-BD1C-5897143AED69}" dt="2026-02-25T19:54:42.750" v="1600" actId="20577"/>
        <pc:sldMkLst>
          <pc:docMk/>
          <pc:sldMk cId="4117525123" sldId="577"/>
        </pc:sldMkLst>
        <pc:spChg chg="mod">
          <ac:chgData name="Nicole De La Mata" userId="878a281c-078f-44b6-973f-8ffac8d417e1" providerId="ADAL" clId="{79196F8A-5B65-4817-BD1C-5897143AED69}" dt="2026-02-24T23:28:01.453" v="1130" actId="6549"/>
          <ac:spMkLst>
            <pc:docMk/>
            <pc:sldMk cId="4117525123" sldId="577"/>
            <ac:spMk id="2" creationId="{80840DF3-85CC-97D2-51EE-6E82500C48D4}"/>
          </ac:spMkLst>
        </pc:spChg>
        <pc:spChg chg="add mod">
          <ac:chgData name="Nicole De La Mata" userId="878a281c-078f-44b6-973f-8ffac8d417e1" providerId="ADAL" clId="{79196F8A-5B65-4817-BD1C-5897143AED69}" dt="2026-02-25T19:54:42.750" v="1600" actId="20577"/>
          <ac:spMkLst>
            <pc:docMk/>
            <pc:sldMk cId="4117525123" sldId="577"/>
            <ac:spMk id="3" creationId="{252BB5AC-B60D-3DD4-57BB-0CEEE91C764B}"/>
          </ac:spMkLst>
        </pc:spChg>
        <pc:picChg chg="del">
          <ac:chgData name="Nicole De La Mata" userId="878a281c-078f-44b6-973f-8ffac8d417e1" providerId="ADAL" clId="{79196F8A-5B65-4817-BD1C-5897143AED69}" dt="2026-02-24T23:28:03.699" v="1131" actId="478"/>
          <ac:picMkLst>
            <pc:docMk/>
            <pc:sldMk cId="4117525123" sldId="577"/>
            <ac:picMk id="5" creationId="{76BB57A2-6C3E-5BA7-4071-579A2EC1440B}"/>
          </ac:picMkLst>
        </pc:picChg>
      </pc:sldChg>
      <pc:sldChg chg="addSp delSp modSp add mod">
        <pc:chgData name="Nicole De La Mata" userId="878a281c-078f-44b6-973f-8ffac8d417e1" providerId="ADAL" clId="{79196F8A-5B65-4817-BD1C-5897143AED69}" dt="2026-02-24T23:31:41.537" v="1144" actId="1076"/>
        <pc:sldMkLst>
          <pc:docMk/>
          <pc:sldMk cId="3575184761" sldId="578"/>
        </pc:sldMkLst>
        <pc:spChg chg="del">
          <ac:chgData name="Nicole De La Mata" userId="878a281c-078f-44b6-973f-8ffac8d417e1" providerId="ADAL" clId="{79196F8A-5B65-4817-BD1C-5897143AED69}" dt="2026-02-24T23:29:52.620" v="1141" actId="478"/>
          <ac:spMkLst>
            <pc:docMk/>
            <pc:sldMk cId="3575184761" sldId="578"/>
            <ac:spMk id="3" creationId="{E7712572-0FD2-46E5-C5FA-D47D8BF3230F}"/>
          </ac:spMkLst>
        </pc:spChg>
        <pc:picChg chg="add mod">
          <ac:chgData name="Nicole De La Mata" userId="878a281c-078f-44b6-973f-8ffac8d417e1" providerId="ADAL" clId="{79196F8A-5B65-4817-BD1C-5897143AED69}" dt="2026-02-24T23:31:41.537" v="1144" actId="1076"/>
          <ac:picMkLst>
            <pc:docMk/>
            <pc:sldMk cId="3575184761" sldId="578"/>
            <ac:picMk id="5" creationId="{5D6A5476-0FF9-45CC-A7FC-A8F37844B5E7}"/>
          </ac:picMkLst>
        </pc:picChg>
      </pc:sldChg>
      <pc:sldChg chg="addSp delSp modSp add mod">
        <pc:chgData name="Nicole De La Mata" userId="878a281c-078f-44b6-973f-8ffac8d417e1" providerId="ADAL" clId="{79196F8A-5B65-4817-BD1C-5897143AED69}" dt="2026-02-25T02:59:19.846" v="1196" actId="404"/>
        <pc:sldMkLst>
          <pc:docMk/>
          <pc:sldMk cId="156558607" sldId="579"/>
        </pc:sldMkLst>
        <pc:spChg chg="mod">
          <ac:chgData name="Nicole De La Mata" userId="878a281c-078f-44b6-973f-8ffac8d417e1" providerId="ADAL" clId="{79196F8A-5B65-4817-BD1C-5897143AED69}" dt="2026-02-25T02:58:44.704" v="1185" actId="20577"/>
          <ac:spMkLst>
            <pc:docMk/>
            <pc:sldMk cId="156558607" sldId="579"/>
            <ac:spMk id="2" creationId="{3FF25F29-C9B6-170F-D928-FAD87A20525B}"/>
          </ac:spMkLst>
        </pc:spChg>
        <pc:spChg chg="add mod">
          <ac:chgData name="Nicole De La Mata" userId="878a281c-078f-44b6-973f-8ffac8d417e1" providerId="ADAL" clId="{79196F8A-5B65-4817-BD1C-5897143AED69}" dt="2026-02-25T02:59:19.846" v="1196" actId="404"/>
          <ac:spMkLst>
            <pc:docMk/>
            <pc:sldMk cId="156558607" sldId="579"/>
            <ac:spMk id="7" creationId="{759F961D-6001-7E9F-F398-E8B230DA69E0}"/>
          </ac:spMkLst>
        </pc:spChg>
        <pc:picChg chg="add del mod">
          <ac:chgData name="Nicole De La Mata" userId="878a281c-078f-44b6-973f-8ffac8d417e1" providerId="ADAL" clId="{79196F8A-5B65-4817-BD1C-5897143AED69}" dt="2026-02-25T02:58:00.530" v="1169" actId="478"/>
          <ac:picMkLst>
            <pc:docMk/>
            <pc:sldMk cId="156558607" sldId="579"/>
            <ac:picMk id="4" creationId="{FB51C110-EFBC-9E09-5589-A0FDC5768FAA}"/>
          </ac:picMkLst>
        </pc:picChg>
        <pc:picChg chg="del">
          <ac:chgData name="Nicole De La Mata" userId="878a281c-078f-44b6-973f-8ffac8d417e1" providerId="ADAL" clId="{79196F8A-5B65-4817-BD1C-5897143AED69}" dt="2026-02-25T02:55:16.624" v="1146" actId="478"/>
          <ac:picMkLst>
            <pc:docMk/>
            <pc:sldMk cId="156558607" sldId="579"/>
            <ac:picMk id="5" creationId="{6664DC62-9787-121A-78F3-4BFF011C8D32}"/>
          </ac:picMkLst>
        </pc:picChg>
      </pc:sldChg>
      <pc:sldChg chg="add">
        <pc:chgData name="Nicole De La Mata" userId="878a281c-078f-44b6-973f-8ffac8d417e1" providerId="ADAL" clId="{79196F8A-5B65-4817-BD1C-5897143AED69}" dt="2026-02-25T02:57:56.430" v="1168" actId="2890"/>
        <pc:sldMkLst>
          <pc:docMk/>
          <pc:sldMk cId="1951542341" sldId="580"/>
        </pc:sldMkLst>
      </pc:sldChg>
      <pc:sldChg chg="addSp delSp modSp add mod">
        <pc:chgData name="Nicole De La Mata" userId="878a281c-078f-44b6-973f-8ffac8d417e1" providerId="ADAL" clId="{79196F8A-5B65-4817-BD1C-5897143AED69}" dt="2026-02-25T03:06:15.961" v="1217" actId="1076"/>
        <pc:sldMkLst>
          <pc:docMk/>
          <pc:sldMk cId="1338931542" sldId="581"/>
        </pc:sldMkLst>
        <pc:spChg chg="mod">
          <ac:chgData name="Nicole De La Mata" userId="878a281c-078f-44b6-973f-8ffac8d417e1" providerId="ADAL" clId="{79196F8A-5B65-4817-BD1C-5897143AED69}" dt="2026-02-25T03:05:22.372" v="1213" actId="20577"/>
          <ac:spMkLst>
            <pc:docMk/>
            <pc:sldMk cId="1338931542" sldId="581"/>
            <ac:spMk id="2" creationId="{D4D169B7-EAC8-163E-5ED3-0222C3F93450}"/>
          </ac:spMkLst>
        </pc:spChg>
        <pc:spChg chg="del">
          <ac:chgData name="Nicole De La Mata" userId="878a281c-078f-44b6-973f-8ffac8d417e1" providerId="ADAL" clId="{79196F8A-5B65-4817-BD1C-5897143AED69}" dt="2026-02-25T03:00:04.180" v="1198" actId="478"/>
          <ac:spMkLst>
            <pc:docMk/>
            <pc:sldMk cId="1338931542" sldId="581"/>
            <ac:spMk id="7" creationId="{3C79C8A4-3B1E-8D74-B5CE-0A1A15026D69}"/>
          </ac:spMkLst>
        </pc:spChg>
        <pc:picChg chg="add mod">
          <ac:chgData name="Nicole De La Mata" userId="878a281c-078f-44b6-973f-8ffac8d417e1" providerId="ADAL" clId="{79196F8A-5B65-4817-BD1C-5897143AED69}" dt="2026-02-25T03:06:15.961" v="1217" actId="1076"/>
          <ac:picMkLst>
            <pc:docMk/>
            <pc:sldMk cId="1338931542" sldId="581"/>
            <ac:picMk id="4" creationId="{E28B1B29-B10A-DD2E-ED0E-F0CFF18E912E}"/>
          </ac:picMkLst>
        </pc:picChg>
      </pc:sldChg>
      <pc:sldChg chg="addSp delSp modSp add mod">
        <pc:chgData name="Nicole De La Mata" userId="878a281c-078f-44b6-973f-8ffac8d417e1" providerId="ADAL" clId="{79196F8A-5B65-4817-BD1C-5897143AED69}" dt="2026-02-25T10:06:57.729" v="1262" actId="14100"/>
        <pc:sldMkLst>
          <pc:docMk/>
          <pc:sldMk cId="1127667701" sldId="582"/>
        </pc:sldMkLst>
        <pc:spChg chg="mod">
          <ac:chgData name="Nicole De La Mata" userId="878a281c-078f-44b6-973f-8ffac8d417e1" providerId="ADAL" clId="{79196F8A-5B65-4817-BD1C-5897143AED69}" dt="2026-02-25T03:06:24.102" v="1224" actId="20577"/>
          <ac:spMkLst>
            <pc:docMk/>
            <pc:sldMk cId="1127667701" sldId="582"/>
            <ac:spMk id="2" creationId="{49E41429-1297-2FC6-7765-788A6C566365}"/>
          </ac:spMkLst>
        </pc:spChg>
        <pc:picChg chg="del">
          <ac:chgData name="Nicole De La Mata" userId="878a281c-078f-44b6-973f-8ffac8d417e1" providerId="ADAL" clId="{79196F8A-5B65-4817-BD1C-5897143AED69}" dt="2026-02-25T03:06:20.971" v="1219" actId="478"/>
          <ac:picMkLst>
            <pc:docMk/>
            <pc:sldMk cId="1127667701" sldId="582"/>
            <ac:picMk id="4" creationId="{7410E12F-E27D-07E3-A729-B581E5C7C3A3}"/>
          </ac:picMkLst>
        </pc:picChg>
        <pc:picChg chg="add mod">
          <ac:chgData name="Nicole De La Mata" userId="878a281c-078f-44b6-973f-8ffac8d417e1" providerId="ADAL" clId="{79196F8A-5B65-4817-BD1C-5897143AED69}" dt="2026-02-25T10:06:57.729" v="1262" actId="14100"/>
          <ac:picMkLst>
            <pc:docMk/>
            <pc:sldMk cId="1127667701" sldId="582"/>
            <ac:picMk id="5" creationId="{29C39C23-42F3-5C3A-6E5F-EFE629D6D60E}"/>
          </ac:picMkLst>
        </pc:picChg>
      </pc:sldChg>
      <pc:sldChg chg="addSp delSp modSp add mod">
        <pc:chgData name="Nicole De La Mata" userId="878a281c-078f-44b6-973f-8ffac8d417e1" providerId="ADAL" clId="{79196F8A-5B65-4817-BD1C-5897143AED69}" dt="2026-02-25T10:06:11.564" v="1259" actId="1076"/>
        <pc:sldMkLst>
          <pc:docMk/>
          <pc:sldMk cId="3081923512" sldId="583"/>
        </pc:sldMkLst>
        <pc:spChg chg="mod">
          <ac:chgData name="Nicole De La Mata" userId="878a281c-078f-44b6-973f-8ffac8d417e1" providerId="ADAL" clId="{79196F8A-5B65-4817-BD1C-5897143AED69}" dt="2026-02-25T10:05:43.313" v="1256" actId="20577"/>
          <ac:spMkLst>
            <pc:docMk/>
            <pc:sldMk cId="3081923512" sldId="583"/>
            <ac:spMk id="2" creationId="{CCAD25A8-06B1-151B-E759-61A836F399FF}"/>
          </ac:spMkLst>
        </pc:spChg>
        <pc:picChg chg="del">
          <ac:chgData name="Nicole De La Mata" userId="878a281c-078f-44b6-973f-8ffac8d417e1" providerId="ADAL" clId="{79196F8A-5B65-4817-BD1C-5897143AED69}" dt="2026-02-25T10:05:32.456" v="1227" actId="478"/>
          <ac:picMkLst>
            <pc:docMk/>
            <pc:sldMk cId="3081923512" sldId="583"/>
            <ac:picMk id="4" creationId="{5F6CF98E-D5D9-82C1-6BF1-C5DBC082A4E5}"/>
          </ac:picMkLst>
        </pc:picChg>
        <pc:picChg chg="add mod">
          <ac:chgData name="Nicole De La Mata" userId="878a281c-078f-44b6-973f-8ffac8d417e1" providerId="ADAL" clId="{79196F8A-5B65-4817-BD1C-5897143AED69}" dt="2026-02-25T10:06:11.564" v="1259" actId="1076"/>
          <ac:picMkLst>
            <pc:docMk/>
            <pc:sldMk cId="3081923512" sldId="583"/>
            <ac:picMk id="5" creationId="{C84F6C5B-D0F6-2EA5-3187-0D983F42ECF6}"/>
          </ac:picMkLst>
        </pc:picChg>
      </pc:sldChg>
      <pc:sldChg chg="modSp add mod ord">
        <pc:chgData name="Nicole De La Mata" userId="878a281c-078f-44b6-973f-8ffac8d417e1" providerId="ADAL" clId="{79196F8A-5B65-4817-BD1C-5897143AED69}" dt="2026-02-25T10:08:00.946" v="1278" actId="20577"/>
        <pc:sldMkLst>
          <pc:docMk/>
          <pc:sldMk cId="3820814859" sldId="584"/>
        </pc:sldMkLst>
        <pc:spChg chg="mod">
          <ac:chgData name="Nicole De La Mata" userId="878a281c-078f-44b6-973f-8ffac8d417e1" providerId="ADAL" clId="{79196F8A-5B65-4817-BD1C-5897143AED69}" dt="2026-02-25T10:08:00.946" v="1278" actId="20577"/>
          <ac:spMkLst>
            <pc:docMk/>
            <pc:sldMk cId="3820814859" sldId="584"/>
            <ac:spMk id="2" creationId="{7ADA5A2A-1C1A-B93D-3C11-D7B95BF179C0}"/>
          </ac:spMkLst>
        </pc:spChg>
      </pc:sldChg>
      <pc:sldChg chg="addSp delSp modSp add mod ord">
        <pc:chgData name="Nicole De La Mata" userId="878a281c-078f-44b6-973f-8ffac8d417e1" providerId="ADAL" clId="{79196F8A-5B65-4817-BD1C-5897143AED69}" dt="2026-02-25T11:01:53.675" v="1380" actId="1076"/>
        <pc:sldMkLst>
          <pc:docMk/>
          <pc:sldMk cId="2977521402" sldId="585"/>
        </pc:sldMkLst>
        <pc:spChg chg="mod">
          <ac:chgData name="Nicole De La Mata" userId="878a281c-078f-44b6-973f-8ffac8d417e1" providerId="ADAL" clId="{79196F8A-5B65-4817-BD1C-5897143AED69}" dt="2026-02-25T10:13:15.153" v="1295" actId="20577"/>
          <ac:spMkLst>
            <pc:docMk/>
            <pc:sldMk cId="2977521402" sldId="585"/>
            <ac:spMk id="2" creationId="{C35EDECA-4B6A-7A72-A616-EE8EF094FF0E}"/>
          </ac:spMkLst>
        </pc:spChg>
        <pc:spChg chg="mod">
          <ac:chgData name="Nicole De La Mata" userId="878a281c-078f-44b6-973f-8ffac8d417e1" providerId="ADAL" clId="{79196F8A-5B65-4817-BD1C-5897143AED69}" dt="2026-02-25T10:36:50.068" v="1360" actId="20577"/>
          <ac:spMkLst>
            <pc:docMk/>
            <pc:sldMk cId="2977521402" sldId="585"/>
            <ac:spMk id="3" creationId="{A35F4723-FBFF-7636-088D-6E753265857D}"/>
          </ac:spMkLst>
        </pc:spChg>
        <pc:spChg chg="add mod">
          <ac:chgData name="Nicole De La Mata" userId="878a281c-078f-44b6-973f-8ffac8d417e1" providerId="ADAL" clId="{79196F8A-5B65-4817-BD1C-5897143AED69}" dt="2026-02-25T11:01:53.675" v="1380" actId="1076"/>
          <ac:spMkLst>
            <pc:docMk/>
            <pc:sldMk cId="2977521402" sldId="585"/>
            <ac:spMk id="6" creationId="{6D91611F-162E-5208-0CF0-3EE1C192BBFE}"/>
          </ac:spMkLst>
        </pc:spChg>
        <pc:picChg chg="del">
          <ac:chgData name="Nicole De La Mata" userId="878a281c-078f-44b6-973f-8ffac8d417e1" providerId="ADAL" clId="{79196F8A-5B65-4817-BD1C-5897143AED69}" dt="2026-02-25T10:13:11.430" v="1282" actId="478"/>
          <ac:picMkLst>
            <pc:docMk/>
            <pc:sldMk cId="2977521402" sldId="585"/>
            <ac:picMk id="5" creationId="{911A18D7-0EB2-46F0-DE44-3ACF9214AFE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253762-C138-0D4D-98BD-E45749408AA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6451B1-F1C2-C342-9482-CA419A1AF9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5123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4544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2122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9CE75-1186-FDBF-CA3D-6CB9A0AF8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ED2D7B-872E-0E20-08A9-40524C7B7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425010-3AA9-67C0-0385-42E6401F2E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Implement using </a:t>
            </a:r>
            <a:r>
              <a:rPr lang="en-AU" dirty="0" err="1"/>
              <a:t>flexsurv</a:t>
            </a:r>
            <a:r>
              <a:rPr lang="en-AU" dirty="0"/>
              <a:t> package in 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C4035-4D03-312F-9F8F-9C0BF91D0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8752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457DE-1327-47C6-063C-062204B6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DCE8CA-7A43-4BA8-8904-A5AC6E657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0B3626-FD7B-6273-8DC4-D9DAA5DDAF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D4DE6-3522-248C-414A-6A2E1E21B5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8206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E4DF7-A32D-4771-BF22-02509F4E3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71B1B2-4E0B-2E1E-6CF8-96DBE8003E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9B3718-84AE-8766-D8E7-342998739B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Implement using </a:t>
            </a:r>
            <a:r>
              <a:rPr lang="en-AU" dirty="0" err="1"/>
              <a:t>flexsurv</a:t>
            </a:r>
            <a:r>
              <a:rPr lang="en-AU" dirty="0"/>
              <a:t> package in 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B98336-611E-90AC-D922-91BED6741B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5141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2EF63-7ADF-DCCE-AAB7-71BD7A178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1B6B87-10FE-EDF0-AE17-6E3CD504D9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D2BDD-23E6-3702-2968-299D6CA0C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48FBF-AA3D-9208-4616-6FEE41F80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5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6824C-38F3-A26F-FE3C-97F3301A1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30D8C-53C4-2EFE-E49A-B20713D82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18FBFD-421A-FE6F-A600-8F8C262B2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66C861-91AF-A647-D3F2-9CD2650B84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567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9FC8-0AF3-4D4B-D115-E20C632A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603E5C-345B-C9A8-78A9-F22F8C16FB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755FC9-848B-5E00-DE7C-09CB99CE2F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0FBB45-B2C3-BE0A-BD46-D74DAFE7D8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8518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BA4E7-C1BC-491D-D21A-70E798CC8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43EC85-62D9-FDB8-AD4A-FC36839626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B0A41-D7C7-0FFF-E494-A8DCC9183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16129-E039-EFA6-DD85-A8894187E7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7361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DE0B7-25CF-3167-24E8-8C3C83EB9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8F59F3-D0BC-AA48-6B0F-179BE94F97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05D2D-E876-CDFB-EFBF-B65F6E057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ED697-EF9B-256E-924D-6E5A16E760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8152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70AE0-46C0-0621-1B32-3BDFB39C7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F41276-6F64-EC6B-D93B-8A85C9391A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ADE4A-1D39-1C40-24E0-F316745905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56692C-1552-D8E3-B161-EBD80F01F8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6320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FEA0D-BCDB-1ACC-D11B-27765167D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3F6628-7D0F-9393-07F8-2AD8E5B30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34BE60-3048-2147-CB31-0956C45BD0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50256-6AA3-E0C0-DC3D-B8234B2C43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9345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8B685-6D30-72C2-C8DF-AA51D8E58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81BCA-B62E-723A-8169-FBDC3D3B39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9983BB-5404-5ABB-1230-8B80374C40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B71AD-6551-AD6E-60EA-454C0C773D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1950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535CF-41E4-167C-92A7-41A5A9FE0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6EC1A1-1538-B896-4788-24B165F4F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B338F5-47AC-591D-7C4A-8F8D57B471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AB009C-FF69-5E16-C419-8140B86AF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4603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C132F-B7EE-4F56-4A5B-03DAA2E4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62E43A-E6DE-BB24-3B89-2BE84C6946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4036C-4AF3-D766-E645-454A850972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2C2574-5E77-8473-F432-578251B318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6092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A6C69-A650-B661-D0F4-04AB24D05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3AE28B-4884-65C1-520B-BC38551BE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407B68-6B4C-AD76-37D0-7F27F1AC6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66C5D-8850-0B88-BE0A-CD7C7CE61F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0832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0B05-5C1E-B256-83F3-A584C9EB0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E5F9C1-ABDC-2297-A880-C545EC0B2C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319716-1BA2-3440-DC53-86C78DE0DD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FA5B1-BA9B-F105-03D9-232669304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6451B1-F1C2-C342-9482-CA419A1AF9E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4485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hyperlink" Target="mailto:first.last@sydney.edu.au" TargetMode="External"/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526C391-EC2F-854E-3FAC-8EDA85399D7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2033" y="574675"/>
            <a:ext cx="5533967" cy="10668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Heading sits here</a:t>
            </a:r>
          </a:p>
          <a:p>
            <a:r>
              <a:rPr lang="en-GB"/>
              <a:t>1-2 lines of copy 28pt</a:t>
            </a:r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EC1A71F-2256-88FB-1073-78B7D8E702C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1500" y="1812923"/>
            <a:ext cx="5533967" cy="10668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2800" b="0" i="1">
                <a:solidFill>
                  <a:schemeClr val="tx1"/>
                </a:solidFill>
                <a:latin typeface="Times" pitchFamily="2" charset="0"/>
              </a:defRPr>
            </a:lvl1pPr>
          </a:lstStyle>
          <a:p>
            <a:r>
              <a:rPr lang="en-GB"/>
              <a:t>Presentation subheading </a:t>
            </a:r>
            <a:br>
              <a:rPr lang="en-GB"/>
            </a:br>
            <a:r>
              <a:rPr lang="en-GB"/>
              <a:t>can go over 2 lines 28pt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A5ABDE1-C8DD-9C86-C1BA-029E99357D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033" y="3108324"/>
            <a:ext cx="5533967" cy="60642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Presented by 14pt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2845E8-E21B-1585-9AF6-BBB77FE87561}"/>
              </a:ext>
            </a:extLst>
          </p:cNvPr>
          <p:cNvSpPr txBox="1"/>
          <p:nvPr userDrawn="1"/>
        </p:nvSpPr>
        <p:spPr>
          <a:xfrm rot="16200000">
            <a:off x="7940202" y="3646041"/>
            <a:ext cx="1830263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/>
              <a:t>CRICOS 00026A    TEQSA PRV12057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24400" y="4204920"/>
            <a:ext cx="3502275" cy="414686"/>
          </a:xfrm>
          <a:prstGeom prst="rect">
            <a:avLst/>
          </a:prstGeom>
        </p:spPr>
        <p:txBody>
          <a:bodyPr anchor="b" anchorCtr="0"/>
          <a:lstStyle>
            <a:lvl1pPr marL="0" indent="0" algn="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err="1"/>
              <a:t>sydney.edu.au</a:t>
            </a:r>
            <a:r>
              <a:rPr lang="en-GB"/>
              <a:t>/</a:t>
            </a:r>
            <a:r>
              <a:rPr lang="en-GB" err="1"/>
              <a:t>xxxxx</a:t>
            </a:r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911BDAC-8640-232C-8AA9-58B28238EF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8600" y="3986813"/>
            <a:ext cx="4572000" cy="85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8985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A7B6FB2-6FB1-E8EE-71E2-F3031BBC4C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2033" y="574675"/>
            <a:ext cx="5533967" cy="10668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Heading sits here</a:t>
            </a:r>
          </a:p>
          <a:p>
            <a:r>
              <a:rPr lang="en-GB"/>
              <a:t>1-2 lines of copy 28pt</a:t>
            </a:r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73DE4E7-C9AA-0998-373D-DCFBF8D610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033" y="1813272"/>
            <a:ext cx="5533967" cy="19014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Presented by 14pt</a:t>
            </a:r>
            <a:endParaRPr lang="en-US"/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24400" y="4204920"/>
            <a:ext cx="3502275" cy="414686"/>
          </a:xfrm>
          <a:prstGeom prst="rect">
            <a:avLst/>
          </a:prstGeom>
        </p:spPr>
        <p:txBody>
          <a:bodyPr anchor="b" anchorCtr="0"/>
          <a:lstStyle>
            <a:lvl1pPr marL="0" indent="0" algn="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err="1"/>
              <a:t>sydney.edu.au</a:t>
            </a:r>
            <a:r>
              <a:rPr lang="en-GB"/>
              <a:t>/</a:t>
            </a:r>
            <a:r>
              <a:rPr lang="en-GB" err="1"/>
              <a:t>xxxxx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BD0328F7-E70B-70FE-8296-A6A9465B3C0D}"/>
              </a:ext>
            </a:extLst>
          </p:cNvPr>
          <p:cNvSpPr txBox="1"/>
          <p:nvPr userDrawn="1"/>
        </p:nvSpPr>
        <p:spPr>
          <a:xfrm rot="16200000">
            <a:off x="7940202" y="3646041"/>
            <a:ext cx="1830263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/>
              <a:t>CRICOS 00026A    TEQSA PRV12057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57C8522-1D1F-6885-6C75-3131D1B98D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4800" y="3943350"/>
            <a:ext cx="4572000" cy="85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9544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ject 7">
            <a:extLst>
              <a:ext uri="{FF2B5EF4-FFF2-40B4-BE49-F238E27FC236}">
                <a16:creationId xmlns:a16="http://schemas.microsoft.com/office/drawing/2014/main" id="{5682CEC0-2F2F-E2FD-4FDE-2AF1F4D1A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1310" y="0"/>
            <a:ext cx="9155310" cy="51435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1500"/>
            <a:ext cx="4572000" cy="40005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137" y="937577"/>
            <a:ext cx="3966985" cy="946577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Heading sits here 28pt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627" y="1981961"/>
            <a:ext cx="3966984" cy="7537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400">
                <a:latin typeface="Arial"/>
                <a:cs typeface="Arial"/>
              </a:rPr>
              <a:t>Intro</a:t>
            </a:r>
            <a:r>
              <a:rPr lang="en-AU" sz="1400" spc="-20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text</a:t>
            </a:r>
            <a:r>
              <a:rPr lang="en-AU" sz="1400" spc="-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14pt,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to</a:t>
            </a:r>
            <a:r>
              <a:rPr lang="en-AU" sz="1400" spc="-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sit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here.</a:t>
            </a:r>
            <a:r>
              <a:rPr lang="en-AU" sz="1400" spc="-10">
                <a:latin typeface="Arial"/>
                <a:cs typeface="Arial"/>
              </a:rPr>
              <a:t> </a:t>
            </a:r>
            <a:br>
              <a:rPr lang="en-AU" sz="1400" spc="-10">
                <a:latin typeface="Arial"/>
                <a:cs typeface="Arial"/>
              </a:rPr>
            </a:br>
            <a:r>
              <a:rPr lang="en-AU" sz="1400">
                <a:latin typeface="Arial"/>
                <a:cs typeface="Arial"/>
              </a:rPr>
              <a:t>2–3</a:t>
            </a:r>
            <a:r>
              <a:rPr lang="en-AU" sz="1400" spc="-10">
                <a:latin typeface="Arial"/>
                <a:cs typeface="Arial"/>
              </a:rPr>
              <a:t> lines </a:t>
            </a:r>
            <a:r>
              <a:rPr lang="en-AU" sz="1400">
                <a:latin typeface="Arial"/>
                <a:cs typeface="Arial"/>
              </a:rPr>
              <a:t>of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 spc="-25">
                <a:latin typeface="Arial"/>
                <a:cs typeface="Arial"/>
              </a:rPr>
              <a:t>copy.</a:t>
            </a:r>
            <a:r>
              <a:rPr lang="en-AU" sz="1400" spc="-80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Am </a:t>
            </a:r>
            <a:r>
              <a:rPr lang="en-AU" sz="1400" err="1">
                <a:latin typeface="Arial"/>
                <a:cs typeface="Arial"/>
              </a:rPr>
              <a:t>quo’xnkaln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ium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aute</a:t>
            </a:r>
            <a:r>
              <a:rPr lang="en-AU" sz="1400" spc="-5">
                <a:latin typeface="Arial"/>
                <a:cs typeface="Arial"/>
              </a:rPr>
              <a:t> </a:t>
            </a:r>
            <a:r>
              <a:rPr lang="en-AU" sz="1400" spc="-10" err="1">
                <a:latin typeface="Arial"/>
                <a:cs typeface="Arial"/>
              </a:rPr>
              <a:t>fuidesteI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eces</a:t>
            </a:r>
            <a:r>
              <a:rPr lang="en-AU" sz="1400">
                <a:latin typeface="Arial"/>
                <a:cs typeface="Arial"/>
              </a:rPr>
              <a:t>,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Cas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cus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aus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 spc="-10" err="1">
                <a:latin typeface="Arial"/>
                <a:cs typeface="Arial"/>
              </a:rPr>
              <a:t>opubli</a:t>
            </a:r>
            <a:r>
              <a:rPr lang="en-AU" sz="1400" spc="-10">
                <a:latin typeface="Arial"/>
                <a:cs typeface="Arial"/>
              </a:rPr>
              <a:t>.</a:t>
            </a:r>
            <a:endParaRPr lang="en-AU" sz="140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137" y="2787410"/>
            <a:ext cx="3502275" cy="414686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err="1"/>
              <a:t>sydney.edu.au</a:t>
            </a:r>
            <a:r>
              <a:rPr lang="en-GB"/>
              <a:t>/</a:t>
            </a:r>
            <a:r>
              <a:rPr lang="en-GB" err="1"/>
              <a:t>xxxxx</a:t>
            </a:r>
            <a:endParaRPr lang="en-US"/>
          </a:p>
        </p:txBody>
      </p:sp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3535157" y="3553180"/>
            <a:ext cx="1830263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/>
              <a:t>CRICOS 00026A    TEQSA PRV12057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65406CF-7A89-E373-E12A-6D0F46DD3D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800" y="3496111"/>
            <a:ext cx="3989544" cy="742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2232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6">
            <a:extLst>
              <a:ext uri="{FF2B5EF4-FFF2-40B4-BE49-F238E27FC236}">
                <a16:creationId xmlns:a16="http://schemas.microsoft.com/office/drawing/2014/main" id="{351BF546-A7D6-4DDD-D34D-2811CA1DFCD1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1500"/>
            <a:ext cx="4572000" cy="40005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137" y="937577"/>
            <a:ext cx="3966985" cy="946577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Heading sits here 28pt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627" y="1981961"/>
            <a:ext cx="3966984" cy="7537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400">
                <a:latin typeface="Arial"/>
                <a:cs typeface="Arial"/>
              </a:rPr>
              <a:t>Intro</a:t>
            </a:r>
            <a:r>
              <a:rPr lang="en-AU" sz="1400" spc="-20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text</a:t>
            </a:r>
            <a:r>
              <a:rPr lang="en-AU" sz="1400" spc="-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14pt,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to</a:t>
            </a:r>
            <a:r>
              <a:rPr lang="en-AU" sz="1400" spc="-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sit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here.</a:t>
            </a:r>
            <a:r>
              <a:rPr lang="en-AU" sz="1400" spc="-10">
                <a:latin typeface="Arial"/>
                <a:cs typeface="Arial"/>
              </a:rPr>
              <a:t> </a:t>
            </a:r>
            <a:br>
              <a:rPr lang="en-AU" sz="1400" spc="-10">
                <a:latin typeface="Arial"/>
                <a:cs typeface="Arial"/>
              </a:rPr>
            </a:br>
            <a:r>
              <a:rPr lang="en-AU" sz="1400">
                <a:latin typeface="Arial"/>
                <a:cs typeface="Arial"/>
              </a:rPr>
              <a:t>2–3</a:t>
            </a:r>
            <a:r>
              <a:rPr lang="en-AU" sz="1400" spc="-10">
                <a:latin typeface="Arial"/>
                <a:cs typeface="Arial"/>
              </a:rPr>
              <a:t> lines </a:t>
            </a:r>
            <a:r>
              <a:rPr lang="en-AU" sz="1400">
                <a:latin typeface="Arial"/>
                <a:cs typeface="Arial"/>
              </a:rPr>
              <a:t>of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 spc="-25">
                <a:latin typeface="Arial"/>
                <a:cs typeface="Arial"/>
              </a:rPr>
              <a:t>copy.</a:t>
            </a:r>
            <a:r>
              <a:rPr lang="en-AU" sz="1400" spc="-80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Am </a:t>
            </a:r>
            <a:r>
              <a:rPr lang="en-AU" sz="1400" err="1">
                <a:latin typeface="Arial"/>
                <a:cs typeface="Arial"/>
              </a:rPr>
              <a:t>quo’xnkaln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ium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aute</a:t>
            </a:r>
            <a:r>
              <a:rPr lang="en-AU" sz="1400" spc="-5">
                <a:latin typeface="Arial"/>
                <a:cs typeface="Arial"/>
              </a:rPr>
              <a:t> </a:t>
            </a:r>
            <a:r>
              <a:rPr lang="en-AU" sz="1400" spc="-10" err="1">
                <a:latin typeface="Arial"/>
                <a:cs typeface="Arial"/>
              </a:rPr>
              <a:t>fuidesteI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eces</a:t>
            </a:r>
            <a:r>
              <a:rPr lang="en-AU" sz="1400">
                <a:latin typeface="Arial"/>
                <a:cs typeface="Arial"/>
              </a:rPr>
              <a:t>,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Cas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cus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aus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 spc="-10" err="1">
                <a:latin typeface="Arial"/>
                <a:cs typeface="Arial"/>
              </a:rPr>
              <a:t>opubli</a:t>
            </a:r>
            <a:r>
              <a:rPr lang="en-AU" sz="1400" spc="-10">
                <a:latin typeface="Arial"/>
                <a:cs typeface="Arial"/>
              </a:rPr>
              <a:t>.</a:t>
            </a:r>
            <a:endParaRPr lang="en-AU" sz="140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137" y="2787410"/>
            <a:ext cx="3502275" cy="414686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err="1"/>
              <a:t>sydney.edu.au</a:t>
            </a:r>
            <a:r>
              <a:rPr lang="en-GB"/>
              <a:t>/</a:t>
            </a:r>
            <a:r>
              <a:rPr lang="en-GB" err="1"/>
              <a:t>xxxxx</a:t>
            </a:r>
            <a:endParaRPr lang="en-US"/>
          </a:p>
        </p:txBody>
      </p:sp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3535157" y="3553180"/>
            <a:ext cx="1830263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/>
              <a:t>CRICOS 00026A    TEQSA PRV12057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86D37ED-27E5-AE93-0796-AAE7687CBBA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800" y="3496111"/>
            <a:ext cx="3989544" cy="742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1038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ject 4">
            <a:extLst>
              <a:ext uri="{FF2B5EF4-FFF2-40B4-BE49-F238E27FC236}">
                <a16:creationId xmlns:a16="http://schemas.microsoft.com/office/drawing/2014/main" id="{A9A93A07-E57F-5770-834F-CFEF4A2F1EA7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21" y="0"/>
            <a:ext cx="9144000" cy="51435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1500"/>
            <a:ext cx="4572000" cy="40005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137" y="937577"/>
            <a:ext cx="3966985" cy="946577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Heading sits here 28pt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627" y="1981961"/>
            <a:ext cx="3966984" cy="7537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400">
                <a:latin typeface="Arial"/>
                <a:cs typeface="Arial"/>
              </a:rPr>
              <a:t>Intro</a:t>
            </a:r>
            <a:r>
              <a:rPr lang="en-AU" sz="1400" spc="-20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text</a:t>
            </a:r>
            <a:r>
              <a:rPr lang="en-AU" sz="1400" spc="-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14pt,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to</a:t>
            </a:r>
            <a:r>
              <a:rPr lang="en-AU" sz="1400" spc="-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sit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here.</a:t>
            </a:r>
            <a:r>
              <a:rPr lang="en-AU" sz="1400" spc="-10">
                <a:latin typeface="Arial"/>
                <a:cs typeface="Arial"/>
              </a:rPr>
              <a:t> </a:t>
            </a:r>
            <a:br>
              <a:rPr lang="en-AU" sz="1400" spc="-10">
                <a:latin typeface="Arial"/>
                <a:cs typeface="Arial"/>
              </a:rPr>
            </a:br>
            <a:r>
              <a:rPr lang="en-AU" sz="1400">
                <a:latin typeface="Arial"/>
                <a:cs typeface="Arial"/>
              </a:rPr>
              <a:t>2–3</a:t>
            </a:r>
            <a:r>
              <a:rPr lang="en-AU" sz="1400" spc="-10">
                <a:latin typeface="Arial"/>
                <a:cs typeface="Arial"/>
              </a:rPr>
              <a:t> lines </a:t>
            </a:r>
            <a:r>
              <a:rPr lang="en-AU" sz="1400">
                <a:latin typeface="Arial"/>
                <a:cs typeface="Arial"/>
              </a:rPr>
              <a:t>of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 spc="-25">
                <a:latin typeface="Arial"/>
                <a:cs typeface="Arial"/>
              </a:rPr>
              <a:t>copy.</a:t>
            </a:r>
            <a:r>
              <a:rPr lang="en-AU" sz="1400" spc="-80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Am </a:t>
            </a:r>
            <a:r>
              <a:rPr lang="en-AU" sz="1400" err="1">
                <a:latin typeface="Arial"/>
                <a:cs typeface="Arial"/>
              </a:rPr>
              <a:t>quo’xnkaln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ium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aute</a:t>
            </a:r>
            <a:r>
              <a:rPr lang="en-AU" sz="1400" spc="-5">
                <a:latin typeface="Arial"/>
                <a:cs typeface="Arial"/>
              </a:rPr>
              <a:t> </a:t>
            </a:r>
            <a:r>
              <a:rPr lang="en-AU" sz="1400" spc="-10" err="1">
                <a:latin typeface="Arial"/>
                <a:cs typeface="Arial"/>
              </a:rPr>
              <a:t>fuidesteI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eces</a:t>
            </a:r>
            <a:r>
              <a:rPr lang="en-AU" sz="1400">
                <a:latin typeface="Arial"/>
                <a:cs typeface="Arial"/>
              </a:rPr>
              <a:t>,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Cas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cus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aus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 spc="-10" err="1">
                <a:latin typeface="Arial"/>
                <a:cs typeface="Arial"/>
              </a:rPr>
              <a:t>opubli</a:t>
            </a:r>
            <a:r>
              <a:rPr lang="en-AU" sz="1400" spc="-10">
                <a:latin typeface="Arial"/>
                <a:cs typeface="Arial"/>
              </a:rPr>
              <a:t>.</a:t>
            </a:r>
            <a:endParaRPr lang="en-AU" sz="140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137" y="2787410"/>
            <a:ext cx="3502275" cy="414686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err="1"/>
              <a:t>sydney.edu.au</a:t>
            </a:r>
            <a:r>
              <a:rPr lang="en-GB"/>
              <a:t>/</a:t>
            </a:r>
            <a:r>
              <a:rPr lang="en-GB" err="1"/>
              <a:t>xxxxx</a:t>
            </a:r>
            <a:endParaRPr lang="en-US"/>
          </a:p>
        </p:txBody>
      </p:sp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3535157" y="3553180"/>
            <a:ext cx="1830263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/>
              <a:t>CRICOS 00026A    TEQSA PRV12057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D139797D-3238-5637-CDB3-B336C7726E8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800" y="3496111"/>
            <a:ext cx="3989544" cy="742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3793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 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3F48FE3D-1F01-EEB6-6A4A-4F4B29D064A5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object 6">
            <a:extLst>
              <a:ext uri="{FF2B5EF4-FFF2-40B4-BE49-F238E27FC236}">
                <a16:creationId xmlns:a16="http://schemas.microsoft.com/office/drawing/2014/main" id="{663CD1C2-E224-8DF3-9A0D-E3EFD27C1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1500"/>
            <a:ext cx="4572000" cy="4000500"/>
          </a:xfrm>
          <a:custGeom>
            <a:avLst/>
            <a:gdLst/>
            <a:ahLst/>
            <a:cxnLst/>
            <a:rect l="l" t="t" r="r" b="b"/>
            <a:pathLst>
              <a:path w="4572000" h="4000500">
                <a:moveTo>
                  <a:pt x="4572000" y="0"/>
                </a:moveTo>
                <a:lnTo>
                  <a:pt x="0" y="0"/>
                </a:lnTo>
                <a:lnTo>
                  <a:pt x="0" y="4000500"/>
                </a:lnTo>
                <a:lnTo>
                  <a:pt x="4572000" y="4000500"/>
                </a:lnTo>
                <a:lnTo>
                  <a:pt x="457200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DEC0E1D8-33A4-65CC-8895-783ED3E741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137" y="937577"/>
            <a:ext cx="3966985" cy="946577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Heading sits here 28pt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9C36DF5-DD75-D71F-723C-8EF6CC84B8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627" y="1981961"/>
            <a:ext cx="3966984" cy="7537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400">
                <a:latin typeface="Arial"/>
                <a:cs typeface="Arial"/>
              </a:rPr>
              <a:t>Intro</a:t>
            </a:r>
            <a:r>
              <a:rPr lang="en-AU" sz="1400" spc="-20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text</a:t>
            </a:r>
            <a:r>
              <a:rPr lang="en-AU" sz="1400" spc="-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14pt,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to</a:t>
            </a:r>
            <a:r>
              <a:rPr lang="en-AU" sz="1400" spc="-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sit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here.</a:t>
            </a:r>
            <a:r>
              <a:rPr lang="en-AU" sz="1400" spc="-10">
                <a:latin typeface="Arial"/>
                <a:cs typeface="Arial"/>
              </a:rPr>
              <a:t> </a:t>
            </a:r>
            <a:br>
              <a:rPr lang="en-AU" sz="1400" spc="-10">
                <a:latin typeface="Arial"/>
                <a:cs typeface="Arial"/>
              </a:rPr>
            </a:br>
            <a:r>
              <a:rPr lang="en-AU" sz="1400">
                <a:latin typeface="Arial"/>
                <a:cs typeface="Arial"/>
              </a:rPr>
              <a:t>2–3</a:t>
            </a:r>
            <a:r>
              <a:rPr lang="en-AU" sz="1400" spc="-10">
                <a:latin typeface="Arial"/>
                <a:cs typeface="Arial"/>
              </a:rPr>
              <a:t> lines </a:t>
            </a:r>
            <a:r>
              <a:rPr lang="en-AU" sz="1400">
                <a:latin typeface="Arial"/>
                <a:cs typeface="Arial"/>
              </a:rPr>
              <a:t>of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 spc="-25">
                <a:latin typeface="Arial"/>
                <a:cs typeface="Arial"/>
              </a:rPr>
              <a:t>copy.</a:t>
            </a:r>
            <a:r>
              <a:rPr lang="en-AU" sz="1400" spc="-80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Am </a:t>
            </a:r>
            <a:r>
              <a:rPr lang="en-AU" sz="1400" err="1">
                <a:latin typeface="Arial"/>
                <a:cs typeface="Arial"/>
              </a:rPr>
              <a:t>quo’xnkaln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ium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aute</a:t>
            </a:r>
            <a:r>
              <a:rPr lang="en-AU" sz="1400" spc="-5">
                <a:latin typeface="Arial"/>
                <a:cs typeface="Arial"/>
              </a:rPr>
              <a:t> </a:t>
            </a:r>
            <a:r>
              <a:rPr lang="en-AU" sz="1400" spc="-10" err="1">
                <a:latin typeface="Arial"/>
                <a:cs typeface="Arial"/>
              </a:rPr>
              <a:t>fuidesteI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eces</a:t>
            </a:r>
            <a:r>
              <a:rPr lang="en-AU" sz="1400">
                <a:latin typeface="Arial"/>
                <a:cs typeface="Arial"/>
              </a:rPr>
              <a:t>,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>
                <a:latin typeface="Arial"/>
                <a:cs typeface="Arial"/>
              </a:rPr>
              <a:t>Cas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cus</a:t>
            </a:r>
            <a:r>
              <a:rPr lang="en-AU" sz="1400" spc="-10">
                <a:latin typeface="Arial"/>
                <a:cs typeface="Arial"/>
              </a:rPr>
              <a:t> </a:t>
            </a:r>
            <a:r>
              <a:rPr lang="en-AU" sz="1400" err="1">
                <a:latin typeface="Arial"/>
                <a:cs typeface="Arial"/>
              </a:rPr>
              <a:t>aus</a:t>
            </a:r>
            <a:r>
              <a:rPr lang="en-AU" sz="1400" spc="-15">
                <a:latin typeface="Arial"/>
                <a:cs typeface="Arial"/>
              </a:rPr>
              <a:t> </a:t>
            </a:r>
            <a:r>
              <a:rPr lang="en-AU" sz="1400" spc="-10" err="1">
                <a:latin typeface="Arial"/>
                <a:cs typeface="Arial"/>
              </a:rPr>
              <a:t>opubli</a:t>
            </a:r>
            <a:r>
              <a:rPr lang="en-AU" sz="1400" spc="-10">
                <a:latin typeface="Arial"/>
                <a:cs typeface="Arial"/>
              </a:rPr>
              <a:t>.</a:t>
            </a:r>
            <a:endParaRPr lang="en-AU" sz="1400">
              <a:latin typeface="Arial"/>
              <a:cs typeface="Arial"/>
            </a:endParaRP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3294DCB0-B5EC-D044-C287-CD623136A7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137" y="2787410"/>
            <a:ext cx="3502275" cy="414686"/>
          </a:xfrm>
          <a:prstGeom prst="rect">
            <a:avLst/>
          </a:prstGeom>
        </p:spPr>
        <p:txBody>
          <a:bodyPr anchor="b" anchorCtr="0"/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GB" err="1"/>
              <a:t>sydney.edu.au</a:t>
            </a:r>
            <a:r>
              <a:rPr lang="en-GB"/>
              <a:t>/</a:t>
            </a:r>
            <a:r>
              <a:rPr lang="en-GB" err="1"/>
              <a:t>xxxxx</a:t>
            </a:r>
            <a:endParaRPr lang="en-US"/>
          </a:p>
        </p:txBody>
      </p:sp>
      <p:sp>
        <p:nvSpPr>
          <p:cNvPr id="2" name="TextBox 5">
            <a:extLst>
              <a:ext uri="{FF2B5EF4-FFF2-40B4-BE49-F238E27FC236}">
                <a16:creationId xmlns:a16="http://schemas.microsoft.com/office/drawing/2014/main" id="{CC6CB602-C08B-320B-4B19-B03FD0E5432F}"/>
              </a:ext>
            </a:extLst>
          </p:cNvPr>
          <p:cNvSpPr txBox="1"/>
          <p:nvPr userDrawn="1"/>
        </p:nvSpPr>
        <p:spPr>
          <a:xfrm rot="16200000">
            <a:off x="3535157" y="3553180"/>
            <a:ext cx="1830263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/>
              <a:t>CRICOS 00026A    TEQSA PRV12057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075A468-BEE5-4DEF-FEB5-93F5619DCDD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800" y="3496111"/>
            <a:ext cx="3989544" cy="742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188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4A031B-81B7-43E9-D4FB-AF1716EB702F}"/>
              </a:ext>
            </a:extLst>
          </p:cNvPr>
          <p:cNvSpPr txBox="1"/>
          <p:nvPr userDrawn="1"/>
        </p:nvSpPr>
        <p:spPr>
          <a:xfrm>
            <a:off x="577851" y="985576"/>
            <a:ext cx="5518149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590" marR="5080" indent="-9525" algn="l">
              <a:lnSpc>
                <a:spcPct val="100000"/>
              </a:lnSpc>
              <a:spcBef>
                <a:spcPts val="100"/>
              </a:spcBef>
            </a:pPr>
            <a:r>
              <a:rPr lang="en-AU" sz="1800">
                <a:solidFill>
                  <a:schemeClr val="tx1"/>
                </a:solidFill>
                <a:latin typeface="Arial"/>
                <a:cs typeface="Arial"/>
              </a:rPr>
              <a:t>We recognise and pay respect to the Elders and communities – past, present, and emerging – of the lands that the University of Sydney's campuses stand on. For thousands of years they have shared and exchanged knowledges across innumerable generations for the benefit of all.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D5088DD-1084-A341-27B4-5A10814D66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4800" y="3435408"/>
            <a:ext cx="4495800" cy="83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1254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4A031B-81B7-43E9-D4FB-AF1716EB702F}"/>
              </a:ext>
            </a:extLst>
          </p:cNvPr>
          <p:cNvSpPr txBox="1"/>
          <p:nvPr userDrawn="1"/>
        </p:nvSpPr>
        <p:spPr>
          <a:xfrm>
            <a:off x="577851" y="985576"/>
            <a:ext cx="6432549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1435" marR="5080" indent="-39370">
              <a:lnSpc>
                <a:spcPct val="100000"/>
              </a:lnSpc>
              <a:spcBef>
                <a:spcPts val="100"/>
              </a:spcBef>
            </a:pPr>
            <a:r>
              <a:rPr lang="en-AU" sz="1800">
                <a:latin typeface="Arial"/>
                <a:cs typeface="Arial"/>
              </a:rPr>
              <a:t>The</a:t>
            </a:r>
            <a:r>
              <a:rPr lang="en-AU" sz="1800" spc="-35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University</a:t>
            </a:r>
            <a:r>
              <a:rPr lang="en-AU" sz="1800" spc="-30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of</a:t>
            </a:r>
            <a:r>
              <a:rPr lang="en-AU" sz="1800" spc="-35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Sydney’s</a:t>
            </a:r>
            <a:r>
              <a:rPr lang="en-AU" sz="1800" spc="-30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Camperdown</a:t>
            </a:r>
            <a:r>
              <a:rPr lang="en-AU" sz="1800" spc="-30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Campus</a:t>
            </a:r>
            <a:r>
              <a:rPr lang="en-AU" sz="1800" spc="-35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sits</a:t>
            </a:r>
            <a:r>
              <a:rPr lang="en-AU" sz="1800" spc="-30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on</a:t>
            </a:r>
            <a:r>
              <a:rPr lang="en-AU" sz="1800" spc="-30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the</a:t>
            </a:r>
            <a:r>
              <a:rPr lang="en-AU" sz="1800" spc="-35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lands</a:t>
            </a:r>
            <a:r>
              <a:rPr lang="en-AU" sz="1800" spc="-30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of</a:t>
            </a:r>
            <a:r>
              <a:rPr lang="en-AU" sz="1800" spc="-30">
                <a:latin typeface="Arial"/>
                <a:cs typeface="Arial"/>
              </a:rPr>
              <a:t> </a:t>
            </a:r>
            <a:r>
              <a:rPr lang="en-AU" sz="1800" spc="-25">
                <a:latin typeface="Arial"/>
                <a:cs typeface="Arial"/>
              </a:rPr>
              <a:t>the </a:t>
            </a:r>
            <a:r>
              <a:rPr lang="en-AU" sz="1800">
                <a:latin typeface="Arial"/>
                <a:cs typeface="Arial"/>
              </a:rPr>
              <a:t>Gadigal</a:t>
            </a:r>
            <a:r>
              <a:rPr lang="en-AU" sz="1800" spc="-10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people</a:t>
            </a:r>
            <a:r>
              <a:rPr lang="en-AU" sz="1800" spc="-10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with</a:t>
            </a:r>
            <a:r>
              <a:rPr lang="en-AU" sz="1800" spc="-10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campuses,</a:t>
            </a:r>
            <a:r>
              <a:rPr lang="en-AU" sz="1800" spc="-5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teaching</a:t>
            </a:r>
            <a:r>
              <a:rPr lang="en-AU" sz="1800" spc="-10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and</a:t>
            </a:r>
            <a:r>
              <a:rPr lang="en-AU" sz="1800" spc="-10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research</a:t>
            </a:r>
            <a:r>
              <a:rPr lang="en-AU" sz="1800" spc="-5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facilities</a:t>
            </a:r>
            <a:r>
              <a:rPr lang="en-AU" sz="1800" spc="-5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on</a:t>
            </a:r>
            <a:r>
              <a:rPr lang="en-AU" sz="1800" spc="-10">
                <a:latin typeface="Arial"/>
                <a:cs typeface="Arial"/>
              </a:rPr>
              <a:t> </a:t>
            </a:r>
            <a:r>
              <a:rPr lang="en-AU" sz="1800" spc="-25">
                <a:latin typeface="Arial"/>
                <a:cs typeface="Arial"/>
              </a:rPr>
              <a:t>the </a:t>
            </a:r>
            <a:r>
              <a:rPr lang="en-AU" sz="1800">
                <a:latin typeface="Arial"/>
                <a:cs typeface="Arial"/>
              </a:rPr>
              <a:t>lands</a:t>
            </a:r>
            <a:r>
              <a:rPr lang="en-AU" sz="1800" spc="-45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of</a:t>
            </a:r>
            <a:r>
              <a:rPr lang="en-AU" sz="1800" spc="-35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the</a:t>
            </a:r>
            <a:r>
              <a:rPr lang="en-AU" sz="1800" spc="-25">
                <a:latin typeface="Arial"/>
                <a:cs typeface="Arial"/>
              </a:rPr>
              <a:t> </a:t>
            </a:r>
            <a:r>
              <a:rPr lang="en-AU" sz="1800" err="1">
                <a:latin typeface="Arial"/>
                <a:cs typeface="Arial"/>
              </a:rPr>
              <a:t>Gamaraygal</a:t>
            </a:r>
            <a:r>
              <a:rPr lang="en-AU" sz="1800">
                <a:latin typeface="Arial"/>
                <a:cs typeface="Arial"/>
              </a:rPr>
              <a:t>,</a:t>
            </a:r>
            <a:r>
              <a:rPr lang="en-AU" sz="1800" spc="-30">
                <a:latin typeface="Arial"/>
                <a:cs typeface="Arial"/>
              </a:rPr>
              <a:t> </a:t>
            </a:r>
            <a:r>
              <a:rPr lang="en-AU" sz="1800" err="1">
                <a:latin typeface="Arial"/>
                <a:cs typeface="Arial"/>
              </a:rPr>
              <a:t>Dharug</a:t>
            </a:r>
            <a:r>
              <a:rPr lang="en-AU" sz="1800">
                <a:latin typeface="Arial"/>
                <a:cs typeface="Arial"/>
              </a:rPr>
              <a:t>,</a:t>
            </a:r>
            <a:r>
              <a:rPr lang="en-AU" sz="1800" spc="-30">
                <a:latin typeface="Arial"/>
                <a:cs typeface="Arial"/>
              </a:rPr>
              <a:t> </a:t>
            </a:r>
            <a:r>
              <a:rPr lang="en-AU" sz="1800" err="1">
                <a:latin typeface="Arial"/>
                <a:cs typeface="Arial"/>
              </a:rPr>
              <a:t>Wangal</a:t>
            </a:r>
            <a:r>
              <a:rPr lang="en-AU" sz="1800">
                <a:latin typeface="Arial"/>
                <a:cs typeface="Arial"/>
              </a:rPr>
              <a:t>,</a:t>
            </a:r>
            <a:r>
              <a:rPr lang="en-AU" sz="1800" spc="-35">
                <a:latin typeface="Arial"/>
                <a:cs typeface="Arial"/>
              </a:rPr>
              <a:t> </a:t>
            </a:r>
            <a:r>
              <a:rPr lang="en-AU" sz="1800" err="1">
                <a:latin typeface="Arial"/>
                <a:cs typeface="Arial"/>
              </a:rPr>
              <a:t>Darkinyung</a:t>
            </a:r>
            <a:r>
              <a:rPr lang="en-AU" sz="1800">
                <a:latin typeface="Arial"/>
                <a:cs typeface="Arial"/>
              </a:rPr>
              <a:t>,</a:t>
            </a:r>
            <a:r>
              <a:rPr lang="en-AU" sz="1800" spc="-30">
                <a:latin typeface="Arial"/>
                <a:cs typeface="Arial"/>
              </a:rPr>
              <a:t> </a:t>
            </a:r>
            <a:r>
              <a:rPr lang="en-AU" sz="1800" spc="-10" err="1">
                <a:latin typeface="Arial"/>
                <a:cs typeface="Arial"/>
              </a:rPr>
              <a:t>Burramadagal</a:t>
            </a:r>
            <a:r>
              <a:rPr lang="en-AU" sz="1800" spc="-10">
                <a:latin typeface="Arial"/>
                <a:cs typeface="Arial"/>
              </a:rPr>
              <a:t>, </a:t>
            </a:r>
            <a:r>
              <a:rPr lang="en-AU" sz="1800" err="1">
                <a:latin typeface="Arial"/>
                <a:cs typeface="Arial"/>
              </a:rPr>
              <a:t>Dharawal</a:t>
            </a:r>
            <a:r>
              <a:rPr lang="en-AU" sz="1800">
                <a:latin typeface="Arial"/>
                <a:cs typeface="Arial"/>
              </a:rPr>
              <a:t>,</a:t>
            </a:r>
            <a:r>
              <a:rPr lang="en-AU" sz="1800" spc="-30">
                <a:latin typeface="Arial"/>
                <a:cs typeface="Arial"/>
              </a:rPr>
              <a:t> </a:t>
            </a:r>
            <a:r>
              <a:rPr lang="en-AU" sz="1800" err="1">
                <a:latin typeface="Arial"/>
                <a:cs typeface="Arial"/>
              </a:rPr>
              <a:t>Gandangara</a:t>
            </a:r>
            <a:r>
              <a:rPr lang="en-AU" sz="1800">
                <a:latin typeface="Arial"/>
                <a:cs typeface="Arial"/>
              </a:rPr>
              <a:t>,</a:t>
            </a:r>
            <a:r>
              <a:rPr lang="en-AU" sz="1800" spc="-10">
                <a:latin typeface="Arial"/>
                <a:cs typeface="Arial"/>
              </a:rPr>
              <a:t> Gamilaraay,</a:t>
            </a:r>
            <a:r>
              <a:rPr lang="en-AU" sz="1800" spc="-15">
                <a:latin typeface="Arial"/>
                <a:cs typeface="Arial"/>
              </a:rPr>
              <a:t> </a:t>
            </a:r>
            <a:r>
              <a:rPr lang="en-AU" sz="1800" err="1">
                <a:latin typeface="Arial"/>
                <a:cs typeface="Arial"/>
              </a:rPr>
              <a:t>Barkindji</a:t>
            </a:r>
            <a:r>
              <a:rPr lang="en-AU" sz="1800">
                <a:latin typeface="Arial"/>
                <a:cs typeface="Arial"/>
              </a:rPr>
              <a:t>,</a:t>
            </a:r>
            <a:r>
              <a:rPr lang="en-AU" sz="1800" spc="-10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Bundjalung,</a:t>
            </a:r>
            <a:r>
              <a:rPr lang="en-AU" sz="1800" spc="-10">
                <a:latin typeface="Arial"/>
                <a:cs typeface="Arial"/>
              </a:rPr>
              <a:t> Wiradjuri, </a:t>
            </a:r>
            <a:r>
              <a:rPr lang="en-AU" sz="1800" err="1">
                <a:latin typeface="Arial"/>
                <a:cs typeface="Arial"/>
              </a:rPr>
              <a:t>Ngunawal</a:t>
            </a:r>
            <a:r>
              <a:rPr lang="en-AU" sz="1800">
                <a:latin typeface="Arial"/>
                <a:cs typeface="Arial"/>
              </a:rPr>
              <a:t>,</a:t>
            </a:r>
            <a:r>
              <a:rPr lang="en-AU" sz="1800" spc="-15">
                <a:latin typeface="Arial"/>
                <a:cs typeface="Arial"/>
              </a:rPr>
              <a:t> </a:t>
            </a:r>
            <a:r>
              <a:rPr lang="en-AU" sz="1800" err="1">
                <a:latin typeface="Arial"/>
                <a:cs typeface="Arial"/>
              </a:rPr>
              <a:t>Gureng</a:t>
            </a:r>
            <a:r>
              <a:rPr lang="en-AU" sz="1800" spc="-10">
                <a:latin typeface="Arial"/>
                <a:cs typeface="Arial"/>
              </a:rPr>
              <a:t> </a:t>
            </a:r>
            <a:r>
              <a:rPr lang="en-AU" sz="1800" err="1">
                <a:latin typeface="Arial"/>
                <a:cs typeface="Arial"/>
              </a:rPr>
              <a:t>Gureng</a:t>
            </a:r>
            <a:r>
              <a:rPr lang="en-AU" sz="1800">
                <a:latin typeface="Arial"/>
                <a:cs typeface="Arial"/>
              </a:rPr>
              <a:t>,</a:t>
            </a:r>
            <a:r>
              <a:rPr lang="en-AU" sz="1800" spc="-10">
                <a:latin typeface="Arial"/>
                <a:cs typeface="Arial"/>
              </a:rPr>
              <a:t> </a:t>
            </a:r>
            <a:r>
              <a:rPr lang="en-AU" sz="1800">
                <a:latin typeface="Arial"/>
                <a:cs typeface="Arial"/>
              </a:rPr>
              <a:t>and</a:t>
            </a:r>
            <a:r>
              <a:rPr lang="en-AU" sz="1800" spc="-15">
                <a:latin typeface="Arial"/>
                <a:cs typeface="Arial"/>
              </a:rPr>
              <a:t> </a:t>
            </a:r>
            <a:r>
              <a:rPr lang="en-AU" sz="1800" err="1">
                <a:latin typeface="Arial"/>
                <a:cs typeface="Arial"/>
              </a:rPr>
              <a:t>Gagadju</a:t>
            </a:r>
            <a:r>
              <a:rPr lang="en-AU" sz="1800" spc="-10">
                <a:latin typeface="Arial"/>
                <a:cs typeface="Arial"/>
              </a:rPr>
              <a:t> peoples.</a:t>
            </a:r>
            <a:endParaRPr lang="en-AU" sz="1800">
              <a:latin typeface="Arial"/>
              <a:cs typeface="Arial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FE6B5EA-D71E-5840-6F2F-FE964EA7C1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4800" y="3435408"/>
            <a:ext cx="4495800" cy="83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2428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ry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2DBAA-0372-EA1B-CAD1-7C9766B446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984068"/>
            <a:ext cx="5511800" cy="151148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</a:lstStyle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sz="1800" i="0">
                <a:latin typeface="Arial"/>
                <a:cs typeface="Arial"/>
              </a:rPr>
              <a:t>Add in own text for Acknowledgement of Country 18pt</a:t>
            </a:r>
            <a:endParaRPr lang="en-AU" sz="1800" i="0" spc="-20">
              <a:latin typeface="Arial"/>
              <a:cs typeface="Arial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A8E0A38-BB43-C185-B50B-304F295C58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4800" y="3435408"/>
            <a:ext cx="4495800" cy="83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974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D74546F0-922A-43AF-F76C-2BA2453F5BBF}"/>
              </a:ext>
            </a:extLst>
          </p:cNvPr>
          <p:cNvSpPr txBox="1">
            <a:spLocks/>
          </p:cNvSpPr>
          <p:nvPr userDrawn="1"/>
        </p:nvSpPr>
        <p:spPr>
          <a:xfrm>
            <a:off x="571501" y="1200150"/>
            <a:ext cx="3055937" cy="3000132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Clr>
                <a:schemeClr val="tx2"/>
              </a:buClr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300"/>
              <a:t>Supporting you with: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3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300"/>
              <a:t>     - Co-curricular Activities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3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300"/>
              <a:t>     - Academic &amp; Learning Support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3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300"/>
              <a:t>     - Health, Disability &amp; Wellbeing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3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300"/>
              <a:t>     - Sexual Misconduct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3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300"/>
              <a:t>     - Financial Support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30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300"/>
              <a:t>     - Bullying &amp; Harassment</a:t>
            </a:r>
          </a:p>
        </p:txBody>
      </p:sp>
      <p:pic>
        <p:nvPicPr>
          <p:cNvPr id="5" name="Picture Placeholder 3" descr="Four people walking through the main entrance to the Quadrangle.">
            <a:extLst>
              <a:ext uri="{FF2B5EF4-FFF2-40B4-BE49-F238E27FC236}">
                <a16:creationId xmlns:a16="http://schemas.microsoft.com/office/drawing/2014/main" id="{F7ED3CB8-A125-3F6D-F9F2-DF091420B3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62083" y="0"/>
            <a:ext cx="4581917" cy="5143500"/>
          </a:xfrm>
          <a:prstGeom prst="rect">
            <a:avLst/>
          </a:prstGeom>
          <a:solidFill>
            <a:schemeClr val="bg2"/>
          </a:solidFill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61C8724-13AD-A382-B9BF-D29BD4103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429000" y="4019550"/>
            <a:ext cx="759557" cy="759557"/>
            <a:chOff x="3514529" y="3257550"/>
            <a:chExt cx="759557" cy="75955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CF48B21-6483-89F4-DD27-36BC12586B71}"/>
                </a:ext>
              </a:extLst>
            </p:cNvPr>
            <p:cNvSpPr/>
            <p:nvPr/>
          </p:nvSpPr>
          <p:spPr>
            <a:xfrm>
              <a:off x="3514529" y="3257550"/>
              <a:ext cx="759557" cy="7595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 descr="A qr code on a white background&#10;&#10;Description automatically generated">
              <a:extLst>
                <a:ext uri="{FF2B5EF4-FFF2-40B4-BE49-F238E27FC236}">
                  <a16:creationId xmlns:a16="http://schemas.microsoft.com/office/drawing/2014/main" id="{118CC9F0-CBFB-6D99-0F0D-E855F5D47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29478" y="3273668"/>
              <a:ext cx="729658" cy="727319"/>
            </a:xfrm>
            <a:prstGeom prst="rect">
              <a:avLst/>
            </a:prstGeom>
          </p:spPr>
        </p:pic>
      </p:grpSp>
      <p:sp>
        <p:nvSpPr>
          <p:cNvPr id="9" name="Title 8">
            <a:extLst>
              <a:ext uri="{FF2B5EF4-FFF2-40B4-BE49-F238E27FC236}">
                <a16:creationId xmlns:a16="http://schemas.microsoft.com/office/drawing/2014/main" id="{C8B58231-720A-3A7A-2505-4957ADE7A1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448" y="590550"/>
            <a:ext cx="4010635" cy="99377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Student </a:t>
            </a:r>
            <a:r>
              <a:rPr lang="en-US" i="1"/>
              <a:t>Life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9919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solidFill>
          <a:srgbClr val="FFED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1021CAD2-32FB-6D33-26E6-599142AFFE16}"/>
              </a:ext>
            </a:extLst>
          </p:cNvPr>
          <p:cNvSpPr txBox="1">
            <a:spLocks/>
          </p:cNvSpPr>
          <p:nvPr userDrawn="1"/>
        </p:nvSpPr>
        <p:spPr>
          <a:xfrm>
            <a:off x="571501" y="1581150"/>
            <a:ext cx="4671350" cy="3000132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Clr>
                <a:schemeClr val="tx2"/>
              </a:buClr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300"/>
              <a:t>Informed by our University experts and addressing our unique needs as a place of work, study and research: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300"/>
          </a:p>
          <a:p>
            <a:pPr>
              <a:buFont typeface="System Font Regular"/>
              <a:buChar char="-"/>
            </a:pPr>
            <a:r>
              <a:rPr lang="en-US" sz="1300" b="1"/>
              <a:t>Supporting health: </a:t>
            </a:r>
            <a:r>
              <a:rPr lang="en-US" sz="1300"/>
              <a:t>staff health support services, including return to work and workplace adjustments, counselling and coaching</a:t>
            </a:r>
          </a:p>
          <a:p>
            <a:pPr marL="0" indent="0">
              <a:buNone/>
            </a:pPr>
            <a:endParaRPr lang="en-US" sz="1300"/>
          </a:p>
          <a:p>
            <a:pPr>
              <a:buFont typeface="System Font Regular"/>
              <a:buChar char="-"/>
            </a:pPr>
            <a:r>
              <a:rPr lang="en-US" sz="1300" b="1"/>
              <a:t>Preventing harm: </a:t>
            </a:r>
            <a:r>
              <a:rPr lang="en-US" sz="1300"/>
              <a:t>psychosocial hazards, leader-specific toolkits, Fitness Passport and our flu vaccination program</a:t>
            </a:r>
          </a:p>
          <a:p>
            <a:pPr marL="0" indent="0">
              <a:buNone/>
            </a:pPr>
            <a:endParaRPr lang="en-US" sz="1300"/>
          </a:p>
          <a:p>
            <a:pPr>
              <a:buFont typeface="System Font Regular"/>
              <a:buChar char="-"/>
            </a:pPr>
            <a:r>
              <a:rPr lang="en-US" sz="1300" b="1"/>
              <a:t>Promoting thriving: </a:t>
            </a:r>
            <a:r>
              <a:rPr lang="en-US" sz="1300"/>
              <a:t>health and wellbeing events, learning and development, Wellbeing Champions network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8A93E48-6357-3857-6034-2F2978854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945754" y="4019550"/>
            <a:ext cx="759557" cy="759557"/>
            <a:chOff x="5257800" y="4019550"/>
            <a:chExt cx="759557" cy="75955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DD3BC1C-AEEF-7D31-694C-745B778D56B5}"/>
                </a:ext>
              </a:extLst>
            </p:cNvPr>
            <p:cNvSpPr/>
            <p:nvPr/>
          </p:nvSpPr>
          <p:spPr>
            <a:xfrm>
              <a:off x="5257800" y="4019550"/>
              <a:ext cx="759557" cy="7595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4A0F239-AC4D-1E3F-298B-AEDB82F15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280989" y="4045581"/>
              <a:ext cx="707494" cy="707493"/>
            </a:xfrm>
            <a:prstGeom prst="rect">
              <a:avLst/>
            </a:prstGeom>
          </p:spPr>
        </p:pic>
      </p:grpSp>
      <p:pic>
        <p:nvPicPr>
          <p:cNvPr id="8" name="Picture Placeholder 3" descr="A group of people sitting at a table in the Quadrangle lawns during a function, with others standing in the background.">
            <a:extLst>
              <a:ext uri="{FF2B5EF4-FFF2-40B4-BE49-F238E27FC236}">
                <a16:creationId xmlns:a16="http://schemas.microsoft.com/office/drawing/2014/main" id="{99AB24B3-5E38-51B7-4D53-F7F15C8665AD}"/>
              </a:ext>
            </a:extLst>
          </p:cNvPr>
          <p:cNvPicPr>
            <a:picLocks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46298" y="0"/>
            <a:ext cx="3097702" cy="5143500"/>
          </a:xfrm>
          <a:prstGeom prst="rect">
            <a:avLst/>
          </a:prstGeom>
          <a:solidFill>
            <a:schemeClr val="bg2"/>
          </a:solidFill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65E58CD4-2C75-EAAC-D753-D83D3C3E78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8667" y="578461"/>
            <a:ext cx="7886700" cy="99377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Staff Health and </a:t>
            </a:r>
            <a:br>
              <a:rPr lang="en-US"/>
            </a:br>
            <a:r>
              <a:rPr lang="en-US"/>
              <a:t>Wellbeing Program </a:t>
            </a:r>
            <a:r>
              <a:rPr lang="en-US" i="1"/>
              <a:t>2023-2026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1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0A2F580-458B-6978-E5C4-D439F8A8EF5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4966" y="574675"/>
            <a:ext cx="8032750" cy="623058"/>
          </a:xfrm>
          <a:prstGeom prst="rect">
            <a:avLst/>
          </a:prstGeom>
        </p:spPr>
        <p:txBody>
          <a:bodyPr lIns="0" rIns="90000"/>
          <a:lstStyle>
            <a:lvl1pPr marL="0" indent="0">
              <a:buNone/>
              <a:defRPr sz="2800" b="0" i="0">
                <a:solidFill>
                  <a:schemeClr val="tx1"/>
                </a:solidFill>
                <a:latin typeface="Times" pitchFamily="2" charset="0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AU" sz="2800">
                <a:solidFill>
                  <a:srgbClr val="000000"/>
                </a:solidFill>
                <a:latin typeface="Arial"/>
                <a:cs typeface="Arial"/>
              </a:rPr>
              <a:t>Chapter break headline 28pt</a:t>
            </a:r>
            <a:endParaRPr lang="en-AU" b="0" i="1">
              <a:latin typeface="Times" pitchFamily="2" charset="0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A3DE63B7-3D2D-E116-E58F-2358C70260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966" y="1047750"/>
            <a:ext cx="8032750" cy="623058"/>
          </a:xfrm>
          <a:prstGeom prst="rect">
            <a:avLst/>
          </a:prstGeom>
        </p:spPr>
        <p:txBody>
          <a:bodyPr lIns="0" rIns="90000"/>
          <a:lstStyle>
            <a:lvl1pPr marL="0" indent="0">
              <a:buNone/>
              <a:defRPr sz="2800" b="0" i="1">
                <a:solidFill>
                  <a:schemeClr val="tx1"/>
                </a:solidFill>
                <a:latin typeface="Times" pitchFamily="2" charset="0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AU" b="0" i="1">
                <a:solidFill>
                  <a:srgbClr val="000000"/>
                </a:solidFill>
                <a:latin typeface="Times" pitchFamily="2" charset="0"/>
              </a:rPr>
              <a:t>1-2 lines of copy</a:t>
            </a:r>
            <a:endParaRPr lang="en-AU" b="0" i="1">
              <a:latin typeface="Times" pitchFamily="2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7931C68-5A57-D921-2A9C-73B3990F836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2033" y="3028950"/>
            <a:ext cx="5533967" cy="19014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GB"/>
              <a:t>Presented by 14pt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094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F367AE0-0B1A-C793-8FD0-6C83B3BAF9A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4966" y="574675"/>
            <a:ext cx="8032750" cy="623058"/>
          </a:xfrm>
          <a:prstGeom prst="rect">
            <a:avLst/>
          </a:prstGeom>
        </p:spPr>
        <p:txBody>
          <a:bodyPr lIns="0" rIns="90000"/>
          <a:lstStyle>
            <a:lvl1pPr marL="0" indent="0">
              <a:buNone/>
              <a:defRPr sz="2800" b="0" i="0">
                <a:solidFill>
                  <a:schemeClr val="bg1"/>
                </a:solidFill>
                <a:latin typeface="+mn-lt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AU" b="0" i="0">
                <a:latin typeface="+mj-lt"/>
              </a:rPr>
              <a:t>Chapter break headline 28pt</a:t>
            </a:r>
            <a:endParaRPr lang="en-AU" b="0" i="1">
              <a:latin typeface="Times" pitchFamily="2" charset="0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21066835-3577-7EA9-7C60-12C9BC765B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966" y="1123950"/>
            <a:ext cx="8032750" cy="623058"/>
          </a:xfrm>
          <a:prstGeom prst="rect">
            <a:avLst/>
          </a:prstGeom>
        </p:spPr>
        <p:txBody>
          <a:bodyPr lIns="0" rIns="90000"/>
          <a:lstStyle>
            <a:lvl1pPr marL="0" indent="0">
              <a:buNone/>
              <a:defRPr sz="2800" b="0" i="1">
                <a:solidFill>
                  <a:schemeClr val="bg1"/>
                </a:solidFill>
                <a:latin typeface="Times" pitchFamily="2" charset="0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AU" b="0" i="1">
                <a:latin typeface="Times" pitchFamily="2" charset="0"/>
              </a:rPr>
              <a:t>1-2 lines of copy</a:t>
            </a:r>
          </a:p>
          <a:p>
            <a:pPr marL="12700">
              <a:spcBef>
                <a:spcPts val="100"/>
              </a:spcBef>
            </a:pPr>
            <a:endParaRPr lang="en-AU" b="0" i="1">
              <a:latin typeface="Times" pitchFamily="2" charset="0"/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25AAED2F-1B70-12A0-8666-145503BFBB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2033" y="3028950"/>
            <a:ext cx="5533967" cy="19014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GB"/>
              <a:t>Presented by 14pt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4393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break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6D0B820-7965-14E8-72F1-2EE5EF1CB3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4966" y="574675"/>
            <a:ext cx="8032750" cy="623058"/>
          </a:xfrm>
          <a:prstGeom prst="rect">
            <a:avLst/>
          </a:prstGeom>
        </p:spPr>
        <p:txBody>
          <a:bodyPr lIns="0" rIns="90000"/>
          <a:lstStyle>
            <a:lvl1pPr marL="0" indent="0">
              <a:buNone/>
              <a:defRPr sz="2800" b="0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AU" b="0" i="0">
                <a:latin typeface="+mj-lt"/>
              </a:rPr>
              <a:t>Chapter break headline 28pt</a:t>
            </a:r>
            <a:endParaRPr lang="en-AU" b="0" i="1">
              <a:latin typeface="Times" pitchFamily="2" charset="0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FC22782-CE95-2810-1D92-2B7EA357B8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966" y="1047750"/>
            <a:ext cx="8032750" cy="623058"/>
          </a:xfrm>
          <a:prstGeom prst="rect">
            <a:avLst/>
          </a:prstGeom>
        </p:spPr>
        <p:txBody>
          <a:bodyPr lIns="0" rIns="90000"/>
          <a:lstStyle>
            <a:lvl1pPr marL="0" indent="0">
              <a:buNone/>
              <a:defRPr sz="2800" b="0" i="1">
                <a:solidFill>
                  <a:schemeClr val="bg1"/>
                </a:solidFill>
                <a:latin typeface="Times" pitchFamily="2" charset="0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AU" b="0" i="1">
                <a:latin typeface="Times" pitchFamily="2" charset="0"/>
              </a:rPr>
              <a:t>1-2 lines of copy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6F8263D2-F9BE-3D44-C629-FD1F86B3E1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2033" y="3028950"/>
            <a:ext cx="5533967" cy="19014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GB"/>
              <a:t>Presented by 14pt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5531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hapter break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6D0B820-7965-14E8-72F1-2EE5EF1CB3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4966" y="574675"/>
            <a:ext cx="8032750" cy="623058"/>
          </a:xfrm>
          <a:prstGeom prst="rect">
            <a:avLst/>
          </a:prstGeom>
        </p:spPr>
        <p:txBody>
          <a:bodyPr lIns="0" rIns="90000"/>
          <a:lstStyle>
            <a:lvl1pPr marL="0" indent="0">
              <a:buNone/>
              <a:defRPr sz="2800" b="0" i="0">
                <a:solidFill>
                  <a:srgbClr val="000000"/>
                </a:solidFill>
                <a:latin typeface="+mn-lt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AU" sz="2800">
                <a:solidFill>
                  <a:srgbClr val="000000"/>
                </a:solidFill>
                <a:latin typeface="Arial"/>
                <a:cs typeface="Arial"/>
              </a:rPr>
              <a:t>Chapter break headline 28pt</a:t>
            </a:r>
            <a:endParaRPr lang="en-AU" b="0" i="1">
              <a:latin typeface="Times" pitchFamily="2" charset="0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FC22782-CE95-2810-1D92-2B7EA357B8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966" y="1047750"/>
            <a:ext cx="8032750" cy="623058"/>
          </a:xfrm>
          <a:prstGeom prst="rect">
            <a:avLst/>
          </a:prstGeom>
        </p:spPr>
        <p:txBody>
          <a:bodyPr lIns="0" rIns="90000"/>
          <a:lstStyle>
            <a:lvl1pPr marL="0" indent="0">
              <a:buNone/>
              <a:defRPr sz="2800" b="0" i="1">
                <a:solidFill>
                  <a:srgbClr val="000000"/>
                </a:solidFill>
                <a:latin typeface="Times" pitchFamily="2" charset="0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AU" b="0" i="1">
                <a:solidFill>
                  <a:srgbClr val="000000"/>
                </a:solidFill>
                <a:latin typeface="Times" pitchFamily="2" charset="0"/>
              </a:rPr>
              <a:t>1-2 lines of copy</a:t>
            </a:r>
            <a:endParaRPr lang="en-AU" b="0" i="1">
              <a:latin typeface="Times" pitchFamily="2" charset="0"/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6F8263D2-F9BE-3D44-C629-FD1F86B3E1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2033" y="3028950"/>
            <a:ext cx="5533967" cy="19014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rgbClr val="000000"/>
                </a:solidFill>
              </a:defRPr>
            </a:lvl1pPr>
          </a:lstStyle>
          <a:p>
            <a:r>
              <a:rPr lang="en-GB"/>
              <a:t>Presented by 14pt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824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hapter break 3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A722D78-7BA7-65B0-0EEE-0A792B4331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4966" y="574675"/>
            <a:ext cx="8032750" cy="623058"/>
          </a:xfrm>
          <a:prstGeom prst="rect">
            <a:avLst/>
          </a:prstGeom>
        </p:spPr>
        <p:txBody>
          <a:bodyPr lIns="0" rIns="90000"/>
          <a:lstStyle>
            <a:lvl1pPr marL="0" indent="0">
              <a:buNone/>
              <a:defRPr sz="2800" b="0" i="0">
                <a:solidFill>
                  <a:srgbClr val="000000"/>
                </a:solidFill>
                <a:latin typeface="+mn-lt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AU" sz="2800">
                <a:solidFill>
                  <a:srgbClr val="000000"/>
                </a:solidFill>
                <a:latin typeface="Arial"/>
                <a:cs typeface="Arial"/>
              </a:rPr>
              <a:t>Chapter break headline 28pt</a:t>
            </a:r>
            <a:endParaRPr lang="en-AU" b="0" i="1">
              <a:latin typeface="Times" pitchFamily="2" charset="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9DB0E7B-FB3B-69F1-A14A-171E812F8AD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966" y="1047750"/>
            <a:ext cx="8032750" cy="623058"/>
          </a:xfrm>
          <a:prstGeom prst="rect">
            <a:avLst/>
          </a:prstGeom>
        </p:spPr>
        <p:txBody>
          <a:bodyPr lIns="0" rIns="90000"/>
          <a:lstStyle>
            <a:lvl1pPr marL="0" indent="0">
              <a:buNone/>
              <a:defRPr sz="2800" b="0" i="1">
                <a:solidFill>
                  <a:srgbClr val="000000"/>
                </a:solidFill>
                <a:latin typeface="Times" pitchFamily="2" charset="0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AU" b="0" i="1">
                <a:solidFill>
                  <a:srgbClr val="000000"/>
                </a:solidFill>
                <a:latin typeface="Times" pitchFamily="2" charset="0"/>
              </a:rPr>
              <a:t>1-2 lines of copy</a:t>
            </a:r>
            <a:endParaRPr lang="en-AU" b="0" i="1">
              <a:latin typeface="Times" pitchFamily="2" charset="0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D4FD17E9-68CF-24D2-3900-A8DF3B58834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2033" y="3028950"/>
            <a:ext cx="5533967" cy="19014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rgbClr val="000000"/>
                </a:solidFill>
              </a:defRPr>
            </a:lvl1pPr>
          </a:lstStyle>
          <a:p>
            <a:r>
              <a:rPr lang="en-GB"/>
              <a:t>Presented by 14pt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4438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hapter break 3"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6F43B30-F643-5953-909F-59DB30DAE5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4966" y="574675"/>
            <a:ext cx="8032750" cy="623058"/>
          </a:xfrm>
          <a:prstGeom prst="rect">
            <a:avLst/>
          </a:prstGeom>
        </p:spPr>
        <p:txBody>
          <a:bodyPr lIns="0" rIns="90000"/>
          <a:lstStyle>
            <a:lvl1pPr marL="0" indent="0">
              <a:buNone/>
              <a:defRPr sz="2800" b="0" i="0">
                <a:solidFill>
                  <a:srgbClr val="000000"/>
                </a:solidFill>
                <a:latin typeface="+mn-lt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AU" sz="2800">
                <a:solidFill>
                  <a:srgbClr val="000000"/>
                </a:solidFill>
                <a:latin typeface="Arial"/>
                <a:cs typeface="Arial"/>
              </a:rPr>
              <a:t>Chapter break headline 28pt</a:t>
            </a:r>
            <a:endParaRPr lang="en-AU" b="0" i="1">
              <a:latin typeface="Times" pitchFamily="2" charset="0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4D8F6FB-2C1C-F109-DF00-59FF9854AC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4966" y="1047750"/>
            <a:ext cx="8032750" cy="623058"/>
          </a:xfrm>
          <a:prstGeom prst="rect">
            <a:avLst/>
          </a:prstGeom>
        </p:spPr>
        <p:txBody>
          <a:bodyPr lIns="0" rIns="90000"/>
          <a:lstStyle>
            <a:lvl1pPr marL="0" indent="0">
              <a:buNone/>
              <a:defRPr sz="2800" b="0" i="1">
                <a:solidFill>
                  <a:srgbClr val="000000"/>
                </a:solidFill>
                <a:latin typeface="Times" pitchFamily="2" charset="0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AU" b="0" i="1">
                <a:solidFill>
                  <a:srgbClr val="000000"/>
                </a:solidFill>
                <a:latin typeface="Times" pitchFamily="2" charset="0"/>
              </a:rPr>
              <a:t>1-2 lines of copy</a:t>
            </a:r>
            <a:endParaRPr lang="en-AU" b="0" i="1">
              <a:latin typeface="Times" pitchFamily="2" charset="0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468A364-34D1-6159-0A81-A0137190A0B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2033" y="3028950"/>
            <a:ext cx="5533967" cy="19014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1400">
                <a:solidFill>
                  <a:srgbClr val="000000"/>
                </a:solidFill>
              </a:defRPr>
            </a:lvl1pPr>
          </a:lstStyle>
          <a:p>
            <a:r>
              <a:rPr lang="en-GB"/>
              <a:t>Presented by 14pt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0864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centre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2">
            <a:extLst>
              <a:ext uri="{FF2B5EF4-FFF2-40B4-BE49-F238E27FC236}">
                <a16:creationId xmlns:a16="http://schemas.microsoft.com/office/drawing/2014/main" id="{50296C6E-3B64-67D7-F619-28187B1295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4000" y="0"/>
                </a:moveTo>
                <a:lnTo>
                  <a:pt x="0" y="0"/>
                </a:lnTo>
                <a:lnTo>
                  <a:pt x="0" y="5143500"/>
                </a:lnTo>
                <a:lnTo>
                  <a:pt x="9144000" y="5143500"/>
                </a:lnTo>
                <a:lnTo>
                  <a:pt x="9144000" y="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9D41BF0-E578-6B9F-D0D8-21CBFD4A1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57400" y="2101303"/>
            <a:ext cx="5083630" cy="940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0374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centre och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B2FA554D-90A4-9E1C-B3B1-C4E7FD2E6B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57400" y="2114550"/>
            <a:ext cx="4495800" cy="83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0976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E8375F2-9EFB-E2E0-D249-EBD6EB927363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38200" y="819150"/>
            <a:ext cx="7391400" cy="3505200"/>
          </a:xfrm>
          <a:prstGeom prst="rect">
            <a:avLst/>
          </a:prstGeom>
        </p:spPr>
        <p:txBody>
          <a:bodyPr vert="horz" wrap="square" lIns="0" tIns="12700" rIns="0" bIns="0" rtlCol="0" anchor="ctr" anchorCtr="0">
            <a:noAutofit/>
          </a:bodyPr>
          <a:lstStyle>
            <a:lvl1pPr algn="ctr">
              <a:defRPr sz="3800" b="0" i="0">
                <a:solidFill>
                  <a:schemeClr val="tx1"/>
                </a:solidFill>
                <a:latin typeface="Times" pitchFamily="2" charset="0"/>
              </a:defRPr>
            </a:lvl1pPr>
          </a:lstStyle>
          <a:p>
            <a:pPr marL="12700" marR="0" lvl="0" indent="0" algn="ctr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3800">
                <a:solidFill>
                  <a:srgbClr val="000000"/>
                </a:solidFill>
              </a:rPr>
              <a:t>“Insert quote </a:t>
            </a:r>
            <a:r>
              <a:rPr sz="3800" spc="-10">
                <a:solidFill>
                  <a:srgbClr val="000000"/>
                </a:solidFill>
              </a:rPr>
              <a:t>here</a:t>
            </a:r>
            <a:r>
              <a:rPr lang="en-AU" sz="3800" spc="-10">
                <a:solidFill>
                  <a:srgbClr val="000000"/>
                </a:solidFill>
              </a:rPr>
              <a:t>. </a:t>
            </a:r>
            <a:br>
              <a:rPr lang="en-AU" sz="3800" spc="-10">
                <a:solidFill>
                  <a:srgbClr val="000000"/>
                </a:solidFill>
              </a:rPr>
            </a:br>
            <a:r>
              <a:rPr lang="en-AU" sz="3800" spc="-10" err="1">
                <a:solidFill>
                  <a:srgbClr val="000000"/>
                </a:solidFill>
              </a:rPr>
              <a:t>Unti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cuptasitae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velluptatur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suntem</a:t>
            </a:r>
            <a:r>
              <a:rPr lang="en-AU" sz="3800" spc="-10">
                <a:solidFill>
                  <a:srgbClr val="000000"/>
                </a:solidFill>
              </a:rPr>
              <a:t> as </a:t>
            </a:r>
            <a:r>
              <a:rPr lang="en-AU" sz="3800" spc="-10" err="1">
                <a:solidFill>
                  <a:srgbClr val="000000"/>
                </a:solidFill>
              </a:rPr>
              <a:t>derempo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rposten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dignisqui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omnissum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eiur</a:t>
            </a:r>
            <a:r>
              <a:rPr lang="en-AU" sz="3800" spc="-10">
                <a:solidFill>
                  <a:srgbClr val="000000"/>
                </a:solidFill>
              </a:rPr>
              <a:t>, </a:t>
            </a:r>
            <a:r>
              <a:rPr lang="en-AU" sz="3800" spc="-10" err="1">
                <a:solidFill>
                  <a:srgbClr val="000000"/>
                </a:solidFill>
              </a:rPr>
              <a:t>earchit</a:t>
            </a:r>
            <a:r>
              <a:rPr lang="en-AU" sz="3800" spc="-10">
                <a:solidFill>
                  <a:srgbClr val="000000"/>
                </a:solidFill>
              </a:rPr>
              <a:t> ab </a:t>
            </a:r>
            <a:r>
              <a:rPr lang="en-AU" sz="3800" spc="-10" err="1">
                <a:solidFill>
                  <a:srgbClr val="000000"/>
                </a:solidFill>
              </a:rPr>
              <a:t>ipidici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llorum</a:t>
            </a:r>
            <a:r>
              <a:rPr lang="en-AU" sz="3800" spc="-10">
                <a:solidFill>
                  <a:srgbClr val="000000"/>
                </a:solidFill>
              </a:rPr>
              <a:t>, </a:t>
            </a:r>
            <a:r>
              <a:rPr lang="en-AU" sz="3800" spc="-10" err="1">
                <a:solidFill>
                  <a:srgbClr val="000000"/>
                </a:solidFill>
              </a:rPr>
              <a:t>coreriae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quia</a:t>
            </a:r>
            <a:r>
              <a:rPr lang="en-AU" sz="3800" spc="-10">
                <a:solidFill>
                  <a:srgbClr val="000000"/>
                </a:solidFill>
              </a:rPr>
              <a:t>.”</a:t>
            </a:r>
            <a:endParaRPr sz="3800"/>
          </a:p>
        </p:txBody>
      </p:sp>
    </p:spTree>
    <p:extLst>
      <p:ext uri="{BB962C8B-B14F-4D97-AF65-F5344CB8AC3E}">
        <p14:creationId xmlns:p14="http://schemas.microsoft.com/office/powerpoint/2010/main" val="13561580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A097E-185C-39F4-467B-3196A19AD666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38200" y="819150"/>
            <a:ext cx="7391400" cy="3505200"/>
          </a:xfrm>
          <a:prstGeom prst="rect">
            <a:avLst/>
          </a:prstGeom>
        </p:spPr>
        <p:txBody>
          <a:bodyPr vert="horz" wrap="square" lIns="0" tIns="12700" rIns="0" bIns="0" rtlCol="0" anchor="ctr" anchorCtr="0">
            <a:noAutofit/>
          </a:bodyPr>
          <a:lstStyle>
            <a:lvl1pPr algn="ctr">
              <a:defRPr sz="3800" b="0" i="0">
                <a:solidFill>
                  <a:schemeClr val="accent1"/>
                </a:solidFill>
                <a:latin typeface="Times" pitchFamily="2" charset="0"/>
              </a:defRPr>
            </a:lvl1pPr>
          </a:lstStyle>
          <a:p>
            <a:pPr marL="12700" marR="0" lvl="0" indent="0" algn="ctr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3800">
                <a:solidFill>
                  <a:srgbClr val="000000"/>
                </a:solidFill>
              </a:rPr>
              <a:t>“Insert quote </a:t>
            </a:r>
            <a:r>
              <a:rPr sz="3800" spc="-10">
                <a:solidFill>
                  <a:srgbClr val="000000"/>
                </a:solidFill>
              </a:rPr>
              <a:t>here</a:t>
            </a:r>
            <a:r>
              <a:rPr lang="en-AU" sz="3800" spc="-10">
                <a:solidFill>
                  <a:srgbClr val="000000"/>
                </a:solidFill>
              </a:rPr>
              <a:t>. </a:t>
            </a:r>
            <a:br>
              <a:rPr lang="en-AU" sz="3800" spc="-10">
                <a:solidFill>
                  <a:srgbClr val="000000"/>
                </a:solidFill>
              </a:rPr>
            </a:br>
            <a:r>
              <a:rPr lang="en-AU" sz="3800" spc="-10" err="1">
                <a:solidFill>
                  <a:srgbClr val="000000"/>
                </a:solidFill>
              </a:rPr>
              <a:t>Unti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cuptasitae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velluptatur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suntem</a:t>
            </a:r>
            <a:r>
              <a:rPr lang="en-AU" sz="3800" spc="-10">
                <a:solidFill>
                  <a:srgbClr val="000000"/>
                </a:solidFill>
              </a:rPr>
              <a:t> as </a:t>
            </a:r>
            <a:r>
              <a:rPr lang="en-AU" sz="3800" spc="-10" err="1">
                <a:solidFill>
                  <a:srgbClr val="000000"/>
                </a:solidFill>
              </a:rPr>
              <a:t>derempo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rposten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dignisqui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omnissum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eiur</a:t>
            </a:r>
            <a:r>
              <a:rPr lang="en-AU" sz="3800" spc="-10">
                <a:solidFill>
                  <a:srgbClr val="000000"/>
                </a:solidFill>
              </a:rPr>
              <a:t>, </a:t>
            </a:r>
            <a:r>
              <a:rPr lang="en-AU" sz="3800" spc="-10" err="1">
                <a:solidFill>
                  <a:srgbClr val="000000"/>
                </a:solidFill>
              </a:rPr>
              <a:t>earchit</a:t>
            </a:r>
            <a:r>
              <a:rPr lang="en-AU" sz="3800" spc="-10">
                <a:solidFill>
                  <a:srgbClr val="000000"/>
                </a:solidFill>
              </a:rPr>
              <a:t> ab </a:t>
            </a:r>
            <a:r>
              <a:rPr lang="en-AU" sz="3800" spc="-10" err="1">
                <a:solidFill>
                  <a:srgbClr val="000000"/>
                </a:solidFill>
              </a:rPr>
              <a:t>ipidici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llorum</a:t>
            </a:r>
            <a:r>
              <a:rPr lang="en-AU" sz="3800" spc="-10">
                <a:solidFill>
                  <a:srgbClr val="000000"/>
                </a:solidFill>
              </a:rPr>
              <a:t>, </a:t>
            </a:r>
            <a:r>
              <a:rPr lang="en-AU" sz="3800" spc="-10" err="1">
                <a:solidFill>
                  <a:srgbClr val="000000"/>
                </a:solidFill>
              </a:rPr>
              <a:t>coreriae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quia</a:t>
            </a:r>
            <a:r>
              <a:rPr lang="en-AU" sz="3800" spc="-10">
                <a:solidFill>
                  <a:srgbClr val="000000"/>
                </a:solidFill>
              </a:rPr>
              <a:t>.”</a:t>
            </a:r>
            <a:endParaRPr sz="3800"/>
          </a:p>
        </p:txBody>
      </p:sp>
    </p:spTree>
    <p:extLst>
      <p:ext uri="{BB962C8B-B14F-4D97-AF65-F5344CB8AC3E}">
        <p14:creationId xmlns:p14="http://schemas.microsoft.com/office/powerpoint/2010/main" val="3491257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ject 1">
            <a:extLst>
              <a:ext uri="{FF2B5EF4-FFF2-40B4-BE49-F238E27FC236}">
                <a16:creationId xmlns:a16="http://schemas.microsoft.com/office/drawing/2014/main" id="{69D3DD68-72FE-5430-2CCD-62A73AAF985C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5515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44173-B046-E632-8483-B2707C81E7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5300" y="3333750"/>
            <a:ext cx="5829300" cy="100488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Times" pitchFamily="2" charset="0"/>
              </a:defRPr>
            </a:lvl1pPr>
            <a:lvl2pPr>
              <a:buFontTx/>
              <a:buNone/>
              <a:defRPr>
                <a:solidFill>
                  <a:schemeClr val="bg1"/>
                </a:solidFill>
              </a:defRPr>
            </a:lvl2pPr>
            <a:lvl3pPr>
              <a:buFontTx/>
              <a:buNone/>
              <a:defRPr>
                <a:solidFill>
                  <a:schemeClr val="bg1"/>
                </a:solidFill>
              </a:defRPr>
            </a:lvl3pPr>
            <a:lvl4pPr>
              <a:buFontTx/>
              <a:buNone/>
              <a:defRPr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pic>
        <p:nvPicPr>
          <p:cNvPr id="7" name="object 4">
            <a:extLst>
              <a:ext uri="{FF2B5EF4-FFF2-40B4-BE49-F238E27FC236}">
                <a16:creationId xmlns:a16="http://schemas.microsoft.com/office/drawing/2014/main" id="{0DE0EA6B-E5AC-3B11-BD85-9AE2F2B2B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2865" y="-960120"/>
            <a:ext cx="9144000" cy="6103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040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ject 1">
            <a:extLst>
              <a:ext uri="{FF2B5EF4-FFF2-40B4-BE49-F238E27FC236}">
                <a16:creationId xmlns:a16="http://schemas.microsoft.com/office/drawing/2014/main" id="{3DE60E2F-8D86-E014-B1B6-8CC60B835BB9}"/>
              </a:ext>
            </a:extLst>
          </p:cNvPr>
          <p:cNvPicPr/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399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5189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tex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A0A86295-3799-4055-1C7A-59CAA363CB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-1"/>
            <a:ext cx="9144000" cy="30289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CED1024-5DA2-8840-7AC2-C7FC158C7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028950"/>
            <a:ext cx="9144000" cy="71436"/>
          </a:xfrm>
          <a:custGeom>
            <a:avLst/>
            <a:gdLst/>
            <a:ahLst/>
            <a:cxnLst/>
            <a:rect l="l" t="t" r="r" b="b"/>
            <a:pathLst>
              <a:path w="9144000" h="459739">
                <a:moveTo>
                  <a:pt x="9144000" y="0"/>
                </a:moveTo>
                <a:lnTo>
                  <a:pt x="0" y="0"/>
                </a:lnTo>
                <a:lnTo>
                  <a:pt x="0" y="459739"/>
                </a:lnTo>
                <a:lnTo>
                  <a:pt x="9144000" y="459739"/>
                </a:lnTo>
                <a:lnTo>
                  <a:pt x="9144000" y="0"/>
                </a:lnTo>
                <a:close/>
              </a:path>
            </a:pathLst>
          </a:custGeom>
          <a:solidFill>
            <a:srgbClr val="E64626"/>
          </a:solidFill>
          <a:ln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3399B2A-36AB-AE15-E217-C1D472E7E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100387"/>
            <a:ext cx="9144000" cy="2043430"/>
          </a:xfrm>
          <a:custGeom>
            <a:avLst/>
            <a:gdLst/>
            <a:ahLst/>
            <a:cxnLst/>
            <a:rect l="l" t="t" r="r" b="b"/>
            <a:pathLst>
              <a:path w="9144000" h="2043429">
                <a:moveTo>
                  <a:pt x="9144000" y="0"/>
                </a:moveTo>
                <a:lnTo>
                  <a:pt x="0" y="0"/>
                </a:lnTo>
                <a:lnTo>
                  <a:pt x="0" y="2043112"/>
                </a:lnTo>
                <a:lnTo>
                  <a:pt x="9144000" y="2043112"/>
                </a:lnTo>
                <a:lnTo>
                  <a:pt x="9144000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1B0B21C-FA2D-826B-7943-A68F827AB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72443" y="3403748"/>
            <a:ext cx="0" cy="12192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127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8E3BADCE-997C-7AED-BF38-6CE000F80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918200" y="3403748"/>
            <a:ext cx="0" cy="12192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127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A750FE79-0F06-BEC8-114A-CEEB0654F5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98676" y="3357000"/>
            <a:ext cx="1945974" cy="1530203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/>
              <a:t>Click to add text 10pt</a:t>
            </a:r>
            <a:endParaRPr/>
          </a:p>
        </p:txBody>
      </p:sp>
      <p:sp>
        <p:nvSpPr>
          <p:cNvPr id="13" name="Holder 2">
            <a:extLst>
              <a:ext uri="{FF2B5EF4-FFF2-40B4-BE49-F238E27FC236}">
                <a16:creationId xmlns:a16="http://schemas.microsoft.com/office/drawing/2014/main" id="{816E88B2-2440-D778-EE70-7C9542EC02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3615997" y="3357000"/>
            <a:ext cx="1945974" cy="1530203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/>
              <a:t>Click to add text 10pt</a:t>
            </a:r>
          </a:p>
          <a:p>
            <a:endParaRPr/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52D6ACAB-5609-38FC-D3ED-9C642272FE3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6333318" y="3357000"/>
            <a:ext cx="1945974" cy="1530203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/>
              <a:t>Click to add text 10pt</a:t>
            </a:r>
          </a:p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888583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and tex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A0A86295-3799-4055-1C7A-59CAA363CB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264064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BCED1024-5DA2-8840-7AC2-C7FC158C7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640647"/>
            <a:ext cx="9144000" cy="459740"/>
          </a:xfrm>
          <a:custGeom>
            <a:avLst/>
            <a:gdLst/>
            <a:ahLst/>
            <a:cxnLst/>
            <a:rect l="l" t="t" r="r" b="b"/>
            <a:pathLst>
              <a:path w="9144000" h="459739">
                <a:moveTo>
                  <a:pt x="9144000" y="0"/>
                </a:moveTo>
                <a:lnTo>
                  <a:pt x="0" y="0"/>
                </a:lnTo>
                <a:lnTo>
                  <a:pt x="0" y="459739"/>
                </a:lnTo>
                <a:lnTo>
                  <a:pt x="9144000" y="459739"/>
                </a:lnTo>
                <a:lnTo>
                  <a:pt x="9144000" y="0"/>
                </a:lnTo>
                <a:close/>
              </a:path>
            </a:pathLst>
          </a:custGeom>
          <a:solidFill>
            <a:srgbClr val="E64626"/>
          </a:solidFill>
          <a:ln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3399B2A-36AB-AE15-E217-C1D472E7E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100387"/>
            <a:ext cx="9144000" cy="2043430"/>
          </a:xfrm>
          <a:custGeom>
            <a:avLst/>
            <a:gdLst/>
            <a:ahLst/>
            <a:cxnLst/>
            <a:rect l="l" t="t" r="r" b="b"/>
            <a:pathLst>
              <a:path w="9144000" h="2043429">
                <a:moveTo>
                  <a:pt x="9144000" y="0"/>
                </a:moveTo>
                <a:lnTo>
                  <a:pt x="0" y="0"/>
                </a:lnTo>
                <a:lnTo>
                  <a:pt x="0" y="2043112"/>
                </a:lnTo>
                <a:lnTo>
                  <a:pt x="9144000" y="2043112"/>
                </a:lnTo>
                <a:lnTo>
                  <a:pt x="9144000" y="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1B0B21C-FA2D-826B-7943-A68F827AB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72443" y="3403748"/>
            <a:ext cx="0" cy="12192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8E3BADCE-997C-7AED-BF38-6CE000F80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918200" y="3403748"/>
            <a:ext cx="0" cy="1219200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254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A750FE79-0F06-BEC8-114A-CEEB0654F5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98676" y="3357000"/>
            <a:ext cx="1945974" cy="1530203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r>
              <a:rPr lang="en-AU"/>
              <a:t>Click to add text 10pt</a:t>
            </a:r>
            <a:endParaRPr/>
          </a:p>
        </p:txBody>
      </p:sp>
      <p:sp>
        <p:nvSpPr>
          <p:cNvPr id="13" name="Holder 2">
            <a:extLst>
              <a:ext uri="{FF2B5EF4-FFF2-40B4-BE49-F238E27FC236}">
                <a16:creationId xmlns:a16="http://schemas.microsoft.com/office/drawing/2014/main" id="{816E88B2-2440-D778-EE70-7C9542EC02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3615997" y="3357000"/>
            <a:ext cx="1945974" cy="1530203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r>
              <a:rPr lang="en-AU"/>
              <a:t>Click to add text 10pt</a:t>
            </a:r>
          </a:p>
          <a:p>
            <a:endParaRPr/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52D6ACAB-5609-38FC-D3ED-9C642272FE3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6333318" y="3357000"/>
            <a:ext cx="1945974" cy="1530203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/>
              <a:t>Click to add text 10pt</a:t>
            </a:r>
          </a:p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954720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284C3413-144B-3E34-A5A7-2A85DAA6364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1013" y="1657350"/>
            <a:ext cx="3152775" cy="2362200"/>
          </a:xfrm>
          <a:prstGeom prst="rect">
            <a:avLst/>
          </a:prstGeom>
        </p:spPr>
        <p:txBody>
          <a:bodyPr lIns="0" anchor="b" anchorCtr="0"/>
          <a:lstStyle>
            <a:lvl1pPr marL="0" indent="0">
              <a:buNone/>
              <a:defRPr sz="1000">
                <a:solidFill>
                  <a:schemeClr val="tx1"/>
                </a:solidFill>
              </a:defRPr>
            </a:lvl1pPr>
            <a:lvl2pPr>
              <a:buNone/>
              <a:defRPr sz="1000">
                <a:solidFill>
                  <a:schemeClr val="tx1"/>
                </a:solidFill>
              </a:defRPr>
            </a:lvl2pPr>
            <a:lvl3pPr>
              <a:buNone/>
              <a:defRPr sz="1000">
                <a:solidFill>
                  <a:schemeClr val="tx1"/>
                </a:solidFill>
              </a:defRPr>
            </a:lvl3pPr>
            <a:lvl4pPr>
              <a:buNone/>
              <a:defRPr sz="1000">
                <a:solidFill>
                  <a:schemeClr val="tx1"/>
                </a:solidFill>
              </a:defRPr>
            </a:lvl4pPr>
            <a:lvl5pPr>
              <a:buNone/>
              <a:defRPr sz="1000">
                <a:solidFill>
                  <a:schemeClr val="tx1"/>
                </a:solidFill>
              </a:defRPr>
            </a:lvl5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AU" sz="1000" b="1">
                <a:latin typeface="Arial"/>
                <a:cs typeface="Arial"/>
              </a:rPr>
              <a:t>Insert team/discipline </a:t>
            </a:r>
            <a:r>
              <a:rPr lang="en-AU" sz="1000" b="1" spc="-20">
                <a:latin typeface="Arial"/>
                <a:cs typeface="Arial"/>
              </a:rPr>
              <a:t>area</a:t>
            </a:r>
            <a:endParaRPr lang="en-AU" sz="1000">
              <a:latin typeface="Arial"/>
              <a:cs typeface="Arial"/>
            </a:endParaRPr>
          </a:p>
          <a:p>
            <a:pPr marL="12700" marR="711200">
              <a:lnSpc>
                <a:spcPct val="100000"/>
              </a:lnSpc>
            </a:pPr>
            <a:r>
              <a:rPr lang="en-AU" sz="1000">
                <a:latin typeface="Arial"/>
                <a:cs typeface="Arial"/>
              </a:rPr>
              <a:t>Name</a:t>
            </a:r>
            <a:r>
              <a:rPr lang="en-AU" sz="1000" spc="-20">
                <a:latin typeface="Arial"/>
                <a:cs typeface="Arial"/>
              </a:rPr>
              <a:t> </a:t>
            </a:r>
            <a:r>
              <a:rPr lang="en-AU" sz="1000" spc="-10">
                <a:latin typeface="Arial"/>
                <a:cs typeface="Arial"/>
              </a:rPr>
              <a:t>Surname Title</a:t>
            </a:r>
            <a:endParaRPr lang="en-AU" sz="1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000">
                <a:latin typeface="Arial"/>
                <a:cs typeface="Arial"/>
              </a:rPr>
              <a:t>+61</a:t>
            </a:r>
            <a:r>
              <a:rPr lang="en-AU" sz="1000" spc="-10">
                <a:latin typeface="Arial"/>
                <a:cs typeface="Arial"/>
              </a:rPr>
              <a:t> </a:t>
            </a:r>
            <a:r>
              <a:rPr lang="en-AU" sz="1000">
                <a:latin typeface="Arial"/>
                <a:cs typeface="Arial"/>
              </a:rPr>
              <a:t>2</a:t>
            </a:r>
            <a:r>
              <a:rPr lang="en-AU" sz="1000" spc="-5">
                <a:latin typeface="Arial"/>
                <a:cs typeface="Arial"/>
              </a:rPr>
              <a:t> </a:t>
            </a:r>
            <a:r>
              <a:rPr lang="en-AU" sz="1000">
                <a:latin typeface="Arial"/>
                <a:cs typeface="Arial"/>
              </a:rPr>
              <a:t>1234</a:t>
            </a:r>
            <a:r>
              <a:rPr lang="en-AU" sz="1000" spc="-10">
                <a:latin typeface="Arial"/>
                <a:cs typeface="Arial"/>
              </a:rPr>
              <a:t> </a:t>
            </a:r>
            <a:r>
              <a:rPr lang="en-AU" sz="1000" spc="-20">
                <a:latin typeface="Arial"/>
                <a:cs typeface="Arial"/>
              </a:rPr>
              <a:t>5678</a:t>
            </a:r>
            <a:endParaRPr lang="en-AU" sz="1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000" spc="-10">
                <a:latin typeface="Arial"/>
                <a:cs typeface="Arial"/>
                <a:hlinkClick r:id="rId2"/>
              </a:rPr>
              <a:t>first.last@sydney.edu.au</a:t>
            </a:r>
            <a:endParaRPr lang="en-AU" sz="1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lang="en-AU" sz="1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AU" sz="1000" b="1" spc="-10" err="1">
                <a:latin typeface="Arial"/>
                <a:cs typeface="Arial"/>
              </a:rPr>
              <a:t>sydney.edu.au</a:t>
            </a:r>
            <a:r>
              <a:rPr lang="en-AU" sz="1000" b="1" spc="-10">
                <a:latin typeface="Arial"/>
                <a:cs typeface="Arial"/>
              </a:rPr>
              <a:t>/</a:t>
            </a:r>
            <a:r>
              <a:rPr lang="en-AU" sz="1000" b="1" spc="-10" err="1">
                <a:latin typeface="Arial"/>
                <a:cs typeface="Arial"/>
              </a:rPr>
              <a:t>xxxx</a:t>
            </a:r>
            <a:endParaRPr lang="en-AU" sz="10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87352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Title only</a:t>
            </a: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o title (line and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7F195D-1D75-7971-7AE4-F2EDDB4FE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9144000" cy="9715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89128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7BF0C12-4EFA-AA48-3CFD-E595F2CE757D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8461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 - Sandstone backgroun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Title only – Sandstone background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21748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 - Light Grey background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Title only – light grey background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90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7850" y="736598"/>
            <a:ext cx="798830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 and 1 column text box</a:t>
            </a:r>
            <a:br>
              <a:rPr lang="en-US"/>
            </a:br>
            <a:r>
              <a:rPr lang="en-US"/>
              <a:t>Small body copy</a:t>
            </a:r>
            <a:endParaRPr/>
          </a:p>
        </p:txBody>
      </p:sp>
      <p:sp>
        <p:nvSpPr>
          <p:cNvPr id="8" name="Placeholder text 2">
            <a:extLst>
              <a:ext uri="{FF2B5EF4-FFF2-40B4-BE49-F238E27FC236}">
                <a16:creationId xmlns:a16="http://schemas.microsoft.com/office/drawing/2014/main" id="{4750A85D-7EC4-4F3C-A957-3387FB721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892300" y="1803399"/>
            <a:ext cx="6673850" cy="2781300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171450" indent="-171450">
              <a:buFont typeface="System Font Regular"/>
              <a:buChar char="-"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628650" indent="-171450">
              <a:buFont typeface="System Font Regular"/>
              <a:buChar char="-"/>
              <a:defRPr sz="1000"/>
            </a:lvl2pPr>
          </a:lstStyle>
          <a:p>
            <a:r>
              <a:rPr lang="en-AU"/>
              <a:t>Click to add text</a:t>
            </a:r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7850" y="736598"/>
            <a:ext cx="798830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 and 2 column text box</a:t>
            </a:r>
            <a:br>
              <a:rPr lang="en-US"/>
            </a:br>
            <a:r>
              <a:rPr lang="en-US"/>
              <a:t>Small body copy</a:t>
            </a:r>
            <a:endParaRPr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8B76861-0B8E-1907-DDCC-D9BE0F72992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892300" y="1803399"/>
            <a:ext cx="6673850" cy="2781300"/>
          </a:xfrm>
          <a:prstGeom prst="rect">
            <a:avLst/>
          </a:prstGeom>
        </p:spPr>
        <p:txBody>
          <a:bodyPr lIns="0" tIns="0" rIns="0" bIns="0" numCol="2" spcCol="252000"/>
          <a:lstStyle>
            <a:lvl1pPr marL="171450" indent="-171450">
              <a:buFont typeface="System Font Regular"/>
              <a:buChar char="-"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628650" indent="-171450">
              <a:buFont typeface="System Font Regular"/>
              <a:buChar char="-"/>
              <a:defRPr sz="1000"/>
            </a:lvl2pPr>
          </a:lstStyle>
          <a:p>
            <a:r>
              <a:rPr lang="en-AU"/>
              <a:t>Click to add text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4336413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7850" y="736598"/>
            <a:ext cx="798830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 and 3 column text box</a:t>
            </a:r>
            <a:br>
              <a:rPr lang="en-US"/>
            </a:br>
            <a:r>
              <a:rPr lang="en-US"/>
              <a:t>Small body copy</a:t>
            </a:r>
            <a:endParaRPr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691CD0B-A249-E00E-D26B-FCB09FEB61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892300" y="1803399"/>
            <a:ext cx="6673850" cy="2781300"/>
          </a:xfrm>
          <a:prstGeom prst="rect">
            <a:avLst/>
          </a:prstGeom>
        </p:spPr>
        <p:txBody>
          <a:bodyPr lIns="0" tIns="0" rIns="0" bIns="0" numCol="3" spcCol="252000"/>
          <a:lstStyle>
            <a:lvl1pPr marL="171450" indent="-171450">
              <a:buFont typeface="System Font Regular"/>
              <a:buChar char="-"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628650" indent="-171450">
              <a:buFont typeface="System Font Regular"/>
              <a:buChar char="-"/>
              <a:defRPr sz="1000"/>
            </a:lvl2pPr>
          </a:lstStyle>
          <a:p>
            <a:r>
              <a:rPr lang="en-AU"/>
              <a:t>Text Placeholder 2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5737104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7850" y="736598"/>
            <a:ext cx="798830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 and 1 column text box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81188" y="1809750"/>
            <a:ext cx="6684962" cy="2755900"/>
          </a:xfr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4270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7850" y="736598"/>
            <a:ext cx="798830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 and 2 column text box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AE129D5-BC83-5BC6-7696-A62ABBA706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81188" y="1809750"/>
            <a:ext cx="3224212" cy="2755900"/>
          </a:xfr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EE874E2-82AB-542D-E56B-2FB8466A88D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30969" y="1809750"/>
            <a:ext cx="3224212" cy="2755900"/>
          </a:xfr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93441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7850" y="736598"/>
            <a:ext cx="798830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 and 3 column text box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A89C3E4A-3CEE-6A06-BFB0-526F77478D2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81188" y="1814829"/>
            <a:ext cx="1954832" cy="2755900"/>
          </a:xfr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DFC8A7E-2401-E620-E338-5D28D25068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50315" y="1814829"/>
            <a:ext cx="1954832" cy="2755900"/>
          </a:xfr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104634B-900F-6E88-EAFF-FBF5C77F1AE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44627" y="1814829"/>
            <a:ext cx="1954832" cy="2755900"/>
          </a:xfr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4002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7850" y="736598"/>
            <a:ext cx="798830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 and 1 column text box</a:t>
            </a:r>
            <a:br>
              <a:rPr lang="en-US"/>
            </a:br>
            <a:r>
              <a:rPr lang="en-US"/>
              <a:t>Large body copy</a:t>
            </a:r>
            <a:endParaRPr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81188" y="1809750"/>
            <a:ext cx="6684962" cy="2755900"/>
          </a:xfr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800">
                <a:latin typeface="+mn-lt"/>
              </a:defRPr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800">
                <a:latin typeface="+mn-lt"/>
              </a:defRPr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800">
                <a:latin typeface="+mn-lt"/>
              </a:defRPr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800">
                <a:latin typeface="+mn-lt"/>
              </a:defRPr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800"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00934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7850" y="577850"/>
            <a:ext cx="7988300" cy="369332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Title and 1 object</a:t>
            </a:r>
            <a:endParaRPr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7CDED4A-4823-EF24-3881-13F93D52660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881188" y="1802292"/>
            <a:ext cx="6684962" cy="276335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000"/>
            </a:lvl1pPr>
            <a:lvl2pPr>
              <a:defRPr sz="1000"/>
            </a:lvl2pPr>
          </a:lstStyle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/>
              <a:t>Click to add text or click on icon </a:t>
            </a:r>
            <a:br>
              <a:rPr lang="en-AU"/>
            </a:br>
            <a:r>
              <a:rPr lang="en-AU"/>
              <a:t>below to add object’</a:t>
            </a: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072B83BE-F949-7430-0580-E28A8377541C}"/>
              </a:ext>
            </a:extLst>
          </p:cNvPr>
          <p:cNvSpPr txBox="1"/>
          <p:nvPr userDrawn="1"/>
        </p:nvSpPr>
        <p:spPr>
          <a:xfrm>
            <a:off x="568325" y="4725643"/>
            <a:ext cx="942975" cy="118110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65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650" spc="1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 spc="-1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650" spc="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650" spc="1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 spc="-1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65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870488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7850" y="577850"/>
            <a:ext cx="7988300" cy="369332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Title and 2 objects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sz="half" idx="2" hasCustomPrompt="1"/>
          </p:nvPr>
        </p:nvSpPr>
        <p:spPr>
          <a:xfrm>
            <a:off x="1881188" y="1802292"/>
            <a:ext cx="3148012" cy="276335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000"/>
            </a:lvl1pPr>
            <a:lvl2pPr>
              <a:defRPr sz="1000"/>
            </a:lvl2pPr>
          </a:lstStyle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/>
              <a:t>Click to add text or click on icon </a:t>
            </a:r>
            <a:br>
              <a:rPr lang="en-AU"/>
            </a:br>
            <a:r>
              <a:rPr lang="en-AU"/>
              <a:t>below to add object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CF546AC-A09B-3B79-BF41-C9B5E391B8D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418138" y="1802292"/>
            <a:ext cx="3148012" cy="276335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000"/>
            </a:lvl1pPr>
            <a:lvl2pPr>
              <a:defRPr sz="1000"/>
            </a:lvl2pPr>
          </a:lstStyle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/>
              <a:t>Click to add text or click on icon </a:t>
            </a:r>
            <a:br>
              <a:rPr lang="en-AU"/>
            </a:br>
            <a:r>
              <a:rPr lang="en-AU"/>
              <a:t>below to add object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93909B7-37E7-FB1F-A3FB-7C585D474988}"/>
              </a:ext>
            </a:extLst>
          </p:cNvPr>
          <p:cNvSpPr txBox="1"/>
          <p:nvPr userDrawn="1"/>
        </p:nvSpPr>
        <p:spPr>
          <a:xfrm>
            <a:off x="568325" y="4725643"/>
            <a:ext cx="942975" cy="118110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65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650" spc="1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 spc="-1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650" spc="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650" spc="1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 spc="-1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650">
              <a:latin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7850" y="573331"/>
            <a:ext cx="567055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Title, text box and image</a:t>
            </a:r>
            <a:br>
              <a:rPr lang="en-US"/>
            </a:br>
            <a:r>
              <a:rPr lang="en-US"/>
              <a:t>Small body copy</a:t>
            </a:r>
            <a:endParaRPr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892300" y="1803399"/>
            <a:ext cx="4356100" cy="278130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stem Font Regular"/>
              <a:buChar char="-"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000"/>
            </a:lvl2pPr>
          </a:lstStyle>
          <a:p>
            <a:r>
              <a:rPr lang="en-AU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495810" y="0"/>
            <a:ext cx="2648190" cy="51435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198124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medium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7850" y="581080"/>
            <a:ext cx="567055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Title, text box and image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892300" y="1803399"/>
            <a:ext cx="4356100" cy="278130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stem Font Regular"/>
              <a:buChar char="-"/>
              <a:defRPr sz="13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000"/>
            </a:lvl2pPr>
          </a:lstStyle>
          <a:p>
            <a:r>
              <a:rPr lang="en-AU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495810" y="0"/>
            <a:ext cx="2648190" cy="51435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2647319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77850" y="590120"/>
            <a:ext cx="567055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Title, text box and image</a:t>
            </a:r>
            <a:br>
              <a:rPr lang="en-US"/>
            </a:br>
            <a:r>
              <a:rPr lang="en-US"/>
              <a:t>Large body copy</a:t>
            </a:r>
            <a:endParaRPr/>
          </a:p>
        </p:txBody>
      </p:sp>
      <p:sp>
        <p:nvSpPr>
          <p:cNvPr id="6" name="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892300" y="1803399"/>
            <a:ext cx="4356100" cy="278130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stem Font Regular"/>
              <a:buChar char="-"/>
              <a:defRPr sz="18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000"/>
            </a:lvl2pPr>
          </a:lstStyle>
          <a:p>
            <a:r>
              <a:rPr lang="en-AU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495810" y="0"/>
            <a:ext cx="2648190" cy="51435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25748870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 hasCustomPrompt="1"/>
          </p:nvPr>
        </p:nvSpPr>
        <p:spPr>
          <a:xfrm>
            <a:off x="5339949" y="763150"/>
            <a:ext cx="3055938" cy="1107996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Heading 1</a:t>
            </a:r>
            <a:br>
              <a:rPr lang="en-AU"/>
            </a:br>
            <a:r>
              <a:rPr lang="en-US"/>
              <a:t>Title, text box and image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3E7C6475-9E09-2C25-60AA-C01FFE5493A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4571999" cy="51435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C690FE27-A077-176C-683F-060F8B919BA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39948" y="2130182"/>
            <a:ext cx="3055937" cy="2070100"/>
          </a:xfr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22263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1500" y="763150"/>
            <a:ext cx="3055938" cy="1107996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Heading 2</a:t>
            </a:r>
            <a:br>
              <a:rPr lang="en-AU"/>
            </a:br>
            <a:r>
              <a:rPr lang="en-US"/>
              <a:t>Title, text box and image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C846B-3BBC-0A9B-343F-8DA8440D4F9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1501" y="2130182"/>
            <a:ext cx="3055937" cy="2070100"/>
          </a:xfr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>
                <a:solidFill>
                  <a:schemeClr val="tx1"/>
                </a:solidFill>
              </a:defRPr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>
                <a:solidFill>
                  <a:schemeClr val="tx1"/>
                </a:solidFill>
              </a:defRPr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>
                <a:solidFill>
                  <a:schemeClr val="tx1"/>
                </a:solidFill>
              </a:defRPr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>
                <a:solidFill>
                  <a:schemeClr val="tx1"/>
                </a:solidFill>
              </a:defRPr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Picture Placeholder 3">
            <a:extLst>
              <a:ext uri="{FF2B5EF4-FFF2-40B4-BE49-F238E27FC236}">
                <a16:creationId xmlns:a16="http://schemas.microsoft.com/office/drawing/2014/main" id="{9223EA41-0E53-E4BC-82D3-F2D428AADB0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62082" y="0"/>
            <a:ext cx="4581917" cy="51435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13344768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>
            <a:extLst>
              <a:ext uri="{FF2B5EF4-FFF2-40B4-BE49-F238E27FC236}">
                <a16:creationId xmlns:a16="http://schemas.microsoft.com/office/drawing/2014/main" id="{06AF4810-CD2A-169B-7819-02D6EDE18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292" y="0"/>
            <a:ext cx="4562082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: 1"/>
          <p:cNvSpPr>
            <a:spLocks noGrp="1"/>
          </p:cNvSpPr>
          <p:nvPr>
            <p:ph type="title" hasCustomPrompt="1"/>
          </p:nvPr>
        </p:nvSpPr>
        <p:spPr>
          <a:xfrm>
            <a:off x="571500" y="763150"/>
            <a:ext cx="3055938" cy="1107996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Heading 3</a:t>
            </a:r>
            <a:br>
              <a:rPr lang="en-AU"/>
            </a:br>
            <a:r>
              <a:rPr lang="en-US"/>
              <a:t>Title, text box and image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5A9B2E54-042A-B95A-337E-B5C4C9A5CC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1500" y="2130182"/>
            <a:ext cx="3055937" cy="2070100"/>
          </a:xfr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BF473830-12BA-DF64-1A9E-1CAE3632CA0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62082" y="0"/>
            <a:ext cx="4581918" cy="51435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0855120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0">
            <a:extLst>
              <a:ext uri="{FF2B5EF4-FFF2-40B4-BE49-F238E27FC236}">
                <a16:creationId xmlns:a16="http://schemas.microsoft.com/office/drawing/2014/main" id="{CA7413FA-6408-3254-1779-682CAAAE9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71500" y="590550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Rectangle 0">
            <a:extLst>
              <a:ext uri="{FF2B5EF4-FFF2-40B4-BE49-F238E27FC236}">
                <a16:creationId xmlns:a16="http://schemas.microsoft.com/office/drawing/2014/main" id="{D01AF305-2512-8B00-F76B-C57D232745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562082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: 1"/>
          <p:cNvSpPr>
            <a:spLocks noGrp="1"/>
          </p:cNvSpPr>
          <p:nvPr>
            <p:ph type="title" hasCustomPrompt="1"/>
          </p:nvPr>
        </p:nvSpPr>
        <p:spPr>
          <a:xfrm>
            <a:off x="571500" y="779025"/>
            <a:ext cx="3055938" cy="1107996"/>
          </a:xfrm>
        </p:spPr>
        <p:txBody>
          <a:bodyPr lIns="0" tIns="0" rIns="0" bIns="0"/>
          <a:lstStyle>
            <a:lvl1pPr>
              <a:defRPr sz="2400" b="0" i="0">
                <a:solidFill>
                  <a:schemeClr val="bg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Heading 4</a:t>
            </a:r>
            <a:br>
              <a:rPr lang="en-AU"/>
            </a:br>
            <a:r>
              <a:rPr lang="en-US"/>
              <a:t>Title, text box and image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A1A2B76-7231-1188-47F7-90C1CBB052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1501" y="2146057"/>
            <a:ext cx="3055937" cy="2070100"/>
          </a:xfrm>
        </p:spPr>
        <p:txBody>
          <a:bodyPr/>
          <a:lstStyle>
            <a:lvl1pPr marL="171450" indent="-171450">
              <a:buClr>
                <a:schemeClr val="bg1"/>
              </a:buClr>
              <a:buFont typeface="System Font Regular"/>
              <a:buChar char="-"/>
              <a:defRPr sz="1300">
                <a:solidFill>
                  <a:schemeClr val="bg1"/>
                </a:solidFill>
              </a:defRPr>
            </a:lvl1pPr>
            <a:lvl2pPr marL="628650" indent="-171450">
              <a:buClr>
                <a:schemeClr val="bg1"/>
              </a:buClr>
              <a:buFont typeface="System Font Regular"/>
              <a:buChar char="-"/>
              <a:defRPr sz="1300">
                <a:solidFill>
                  <a:schemeClr val="bg1"/>
                </a:solidFill>
              </a:defRPr>
            </a:lvl2pPr>
            <a:lvl3pPr marL="1085850" indent="-171450">
              <a:buClr>
                <a:schemeClr val="bg1"/>
              </a:buClr>
              <a:buFont typeface="System Font Regular"/>
              <a:buChar char="-"/>
              <a:defRPr sz="1300">
                <a:solidFill>
                  <a:schemeClr val="bg1"/>
                </a:solidFill>
              </a:defRPr>
            </a:lvl3pPr>
            <a:lvl4pPr marL="1543050" indent="-171450">
              <a:buClr>
                <a:schemeClr val="bg1"/>
              </a:buClr>
              <a:buFont typeface="System Font Regular"/>
              <a:buChar char="-"/>
              <a:defRPr sz="1300">
                <a:solidFill>
                  <a:schemeClr val="bg1"/>
                </a:solidFill>
              </a:defRPr>
            </a:lvl4pPr>
            <a:lvl5pPr marL="2000250" indent="-171450">
              <a:buClr>
                <a:schemeClr val="bg1"/>
              </a:buClr>
              <a:buFont typeface="System Font Regular"/>
              <a:buChar char="-"/>
              <a:defRPr sz="13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E01BB514-CFB3-0A62-D442-0367254D28E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62082" y="0"/>
            <a:ext cx="4581918" cy="51435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84563194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8585A7-12B9-F7BC-085D-8B7FD93EC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82842" y="0"/>
            <a:ext cx="5261158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1500" y="779025"/>
            <a:ext cx="3055938" cy="1107996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Heading 5</a:t>
            </a:r>
            <a:br>
              <a:rPr lang="en-AU"/>
            </a:br>
            <a:r>
              <a:rPr lang="en-US"/>
              <a:t>Title, text box + images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260F83-22E0-FB93-2602-46785993E9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7071" y="2146057"/>
            <a:ext cx="3055937" cy="2070100"/>
          </a:xfr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FA3D8C20-B9F8-111A-7311-B7F42789D4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42651" y="577850"/>
            <a:ext cx="1996249" cy="1929263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E67DE4A2-A084-6CFF-A647-B7F40F5B328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568993" y="577850"/>
            <a:ext cx="1996249" cy="1929263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047206EB-D996-0FD4-E065-E9595D10C0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442651" y="2636387"/>
            <a:ext cx="1996249" cy="1929263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5" name="Picture Placeholder 6">
            <a:extLst>
              <a:ext uri="{FF2B5EF4-FFF2-40B4-BE49-F238E27FC236}">
                <a16:creationId xmlns:a16="http://schemas.microsoft.com/office/drawing/2014/main" id="{1EDA01D0-B9B6-53CA-5A69-95C997DC2B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68993" y="2636387"/>
            <a:ext cx="1996249" cy="1929263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71434233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s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1500" y="742950"/>
            <a:ext cx="7993742" cy="381000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Heading 6 – single line</a:t>
            </a:r>
            <a:endParaRPr/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FA3D8C20-B9F8-111A-7311-B7F42789D4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71500" y="1436723"/>
            <a:ext cx="2880000" cy="2961253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F9157D3-AB43-6EAD-7F21-F164319B311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574627" y="1434554"/>
            <a:ext cx="1998000" cy="1404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047206EB-D996-0FD4-E065-E9595D10C0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574628" y="2957976"/>
            <a:ext cx="1996249" cy="14400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379C8713-47DB-6665-EC36-148C9CB7B0C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86150" y="1436723"/>
            <a:ext cx="2880000" cy="2961253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3" name="Text Placeholder 6"/>
          <p:cNvSpPr>
            <a:spLocks noGrp="1"/>
          </p:cNvSpPr>
          <p:nvPr>
            <p:ph type="body" idx="1"/>
          </p:nvPr>
        </p:nvSpPr>
        <p:spPr>
          <a:xfrm>
            <a:off x="571500" y="4476750"/>
            <a:ext cx="7994650" cy="218174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7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010544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bio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7850" y="736598"/>
            <a:ext cx="7988300" cy="369332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Speaker bios with image</a:t>
            </a:r>
            <a:endParaRPr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4BEE90D4-8B0A-FDDF-BF6B-72D8DFDC897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892173" y="1410798"/>
            <a:ext cx="1322070" cy="12192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744D6788-A0C0-B174-4895-15A2149AC77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892173" y="2776903"/>
            <a:ext cx="1917700" cy="387734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/>
          </a:p>
        </p:txBody>
      </p:sp>
      <p:sp>
        <p:nvSpPr>
          <p:cNvPr id="3" name="Text Placeholder 4"/>
          <p:cNvSpPr>
            <a:spLocks noGrp="1"/>
          </p:cNvSpPr>
          <p:nvPr>
            <p:ph type="body" idx="1" hasCustomPrompt="1"/>
          </p:nvPr>
        </p:nvSpPr>
        <p:spPr>
          <a:xfrm>
            <a:off x="1892173" y="3365497"/>
            <a:ext cx="1917700" cy="1375162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000" spc="-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5F9DD4CC-F211-99E0-B144-C7DF316647C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205194" y="1410798"/>
            <a:ext cx="1322070" cy="12192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352B38CD-C9E2-6FCF-659C-51A52C84804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05194" y="2776903"/>
            <a:ext cx="1917700" cy="387734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17CE8A92-798F-6C5E-0F46-EC0B5684D23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4205194" y="3365497"/>
            <a:ext cx="1917700" cy="1375162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000" spc="-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/>
          </a:p>
        </p:txBody>
      </p:sp>
      <p:sp>
        <p:nvSpPr>
          <p:cNvPr id="27" name="Picture Placeholder 8">
            <a:extLst>
              <a:ext uri="{FF2B5EF4-FFF2-40B4-BE49-F238E27FC236}">
                <a16:creationId xmlns:a16="http://schemas.microsoft.com/office/drawing/2014/main" id="{33A6F673-B304-E705-5E66-2DBDA1BA7630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550856" y="1410798"/>
            <a:ext cx="1322070" cy="121920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E08F0228-3E66-E48B-74F0-3A18CDB08DAE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6550856" y="2776903"/>
            <a:ext cx="1917700" cy="387734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4BEEB3E0-898E-2BE3-26F4-15A3FF45411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50856" y="3365497"/>
            <a:ext cx="1917700" cy="1375162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000" spc="-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059543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bios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77850" y="736598"/>
            <a:ext cx="7988300" cy="369332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Speaker bios no image</a:t>
            </a:r>
            <a:endParaRPr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01046116-FA83-47AD-17FA-94D776E8C805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1887052" y="1426364"/>
            <a:ext cx="2960856" cy="369098"/>
          </a:xfrm>
          <a:prstGeom prst="rect">
            <a:avLst/>
          </a:prstGeom>
          <a:solidFill>
            <a:schemeClr val="accent1"/>
          </a:solidFill>
        </p:spPr>
        <p:txBody>
          <a:bodyPr lIns="251999" tIns="72000" rIns="251999" bIns="72000" numCol="1" spcCol="252000" anchor="ctr" anchorCtr="0"/>
          <a:lstStyle>
            <a:lvl1pPr marL="0" indent="0">
              <a:buFontTx/>
              <a:buNone/>
              <a:defRPr sz="1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Heading 10pt</a:t>
            </a:r>
            <a:endParaRPr/>
          </a:p>
        </p:txBody>
      </p:sp>
      <p:sp>
        <p:nvSpPr>
          <p:cNvPr id="3" name="Holder 2"/>
          <p:cNvSpPr>
            <a:spLocks noGrp="1"/>
          </p:cNvSpPr>
          <p:nvPr>
            <p:ph type="body" idx="1" hasCustomPrompt="1"/>
          </p:nvPr>
        </p:nvSpPr>
        <p:spPr>
          <a:xfrm>
            <a:off x="1887052" y="1795462"/>
            <a:ext cx="2960856" cy="2770187"/>
          </a:xfrm>
          <a:prstGeom prst="rect">
            <a:avLst/>
          </a:prstGeom>
          <a:solidFill>
            <a:schemeClr val="bg2"/>
          </a:solidFill>
        </p:spPr>
        <p:txBody>
          <a:bodyPr lIns="251999" tIns="251999" rIns="251999" bIns="251999" numCol="1" spcCol="252000"/>
          <a:lstStyle>
            <a:lvl1pPr marL="171450" indent="-171450">
              <a:buFont typeface="System Font Regular"/>
              <a:buChar char="-"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000" spc="-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10pt</a:t>
            </a:r>
          </a:p>
          <a:p>
            <a:endParaRPr lang="en-AU"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2593A6BD-50DF-0434-8D9C-6C5105B3794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5212958" y="1426364"/>
            <a:ext cx="2960856" cy="369098"/>
          </a:xfrm>
          <a:prstGeom prst="rect">
            <a:avLst/>
          </a:prstGeom>
          <a:solidFill>
            <a:schemeClr val="accent1"/>
          </a:solidFill>
        </p:spPr>
        <p:txBody>
          <a:bodyPr lIns="251999" tIns="72000" rIns="251999" bIns="72000" numCol="1" spcCol="252000" anchor="ctr" anchorCtr="0"/>
          <a:lstStyle>
            <a:lvl1pPr marL="0" indent="0">
              <a:buFontTx/>
              <a:buNone/>
              <a:defRPr sz="1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Heading 10pt</a:t>
            </a:r>
            <a:endParaRPr/>
          </a:p>
        </p:txBody>
      </p:sp>
      <p:sp>
        <p:nvSpPr>
          <p:cNvPr id="13" name="Holder 4">
            <a:extLst>
              <a:ext uri="{FF2B5EF4-FFF2-40B4-BE49-F238E27FC236}">
                <a16:creationId xmlns:a16="http://schemas.microsoft.com/office/drawing/2014/main" id="{980934C0-12AC-D7ED-F525-AC922980850D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5212958" y="1795462"/>
            <a:ext cx="2960856" cy="2770187"/>
          </a:xfrm>
          <a:prstGeom prst="rect">
            <a:avLst/>
          </a:prstGeom>
          <a:solidFill>
            <a:schemeClr val="bg2"/>
          </a:solidFill>
        </p:spPr>
        <p:txBody>
          <a:bodyPr lIns="251999" tIns="251999" rIns="251999" bIns="251999" numCol="1" spcCol="252000"/>
          <a:lstStyle>
            <a:lvl1pPr marL="171450" indent="-171450">
              <a:buFont typeface="System Font Regular"/>
              <a:buChar char="-"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000" spc="-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3408068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Quot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A097E-185C-39F4-467B-3196A19AD666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838200" y="819150"/>
            <a:ext cx="7391400" cy="3505200"/>
          </a:xfrm>
          <a:prstGeom prst="rect">
            <a:avLst/>
          </a:prstGeom>
        </p:spPr>
        <p:txBody>
          <a:bodyPr vert="horz" wrap="square" lIns="0" tIns="12700" rIns="0" bIns="0" rtlCol="0" anchor="ctr" anchorCtr="0">
            <a:noAutofit/>
          </a:bodyPr>
          <a:lstStyle>
            <a:lvl1pPr algn="ctr">
              <a:defRPr sz="3800" b="0" i="0">
                <a:solidFill>
                  <a:schemeClr val="accent1"/>
                </a:solidFill>
                <a:latin typeface="Times" pitchFamily="2" charset="0"/>
              </a:defRPr>
            </a:lvl1pPr>
          </a:lstStyle>
          <a:p>
            <a:pPr marL="12700" marR="0" lvl="0" indent="0" algn="ctr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3800">
                <a:solidFill>
                  <a:srgbClr val="000000"/>
                </a:solidFill>
              </a:rPr>
              <a:t>“Insert quote </a:t>
            </a:r>
            <a:r>
              <a:rPr sz="3800" spc="-10">
                <a:solidFill>
                  <a:srgbClr val="000000"/>
                </a:solidFill>
              </a:rPr>
              <a:t>here</a:t>
            </a:r>
            <a:r>
              <a:rPr lang="en-AU" sz="3800" spc="-10">
                <a:solidFill>
                  <a:srgbClr val="000000"/>
                </a:solidFill>
              </a:rPr>
              <a:t>. </a:t>
            </a:r>
            <a:br>
              <a:rPr lang="en-AU" sz="3800" spc="-10">
                <a:solidFill>
                  <a:srgbClr val="000000"/>
                </a:solidFill>
              </a:rPr>
            </a:br>
            <a:r>
              <a:rPr lang="en-AU" sz="3800" spc="-10" err="1">
                <a:solidFill>
                  <a:srgbClr val="000000"/>
                </a:solidFill>
              </a:rPr>
              <a:t>Unti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cuptasitae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velluptatur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suntem</a:t>
            </a:r>
            <a:r>
              <a:rPr lang="en-AU" sz="3800" spc="-10">
                <a:solidFill>
                  <a:srgbClr val="000000"/>
                </a:solidFill>
              </a:rPr>
              <a:t> as </a:t>
            </a:r>
            <a:r>
              <a:rPr lang="en-AU" sz="3800" spc="-10" err="1">
                <a:solidFill>
                  <a:srgbClr val="000000"/>
                </a:solidFill>
              </a:rPr>
              <a:t>derempo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rposten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dignisqui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omnissum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eiur</a:t>
            </a:r>
            <a:r>
              <a:rPr lang="en-AU" sz="3800" spc="-10">
                <a:solidFill>
                  <a:srgbClr val="000000"/>
                </a:solidFill>
              </a:rPr>
              <a:t>, </a:t>
            </a:r>
            <a:r>
              <a:rPr lang="en-AU" sz="3800" spc="-10" err="1">
                <a:solidFill>
                  <a:srgbClr val="000000"/>
                </a:solidFill>
              </a:rPr>
              <a:t>earchit</a:t>
            </a:r>
            <a:r>
              <a:rPr lang="en-AU" sz="3800" spc="-10">
                <a:solidFill>
                  <a:srgbClr val="000000"/>
                </a:solidFill>
              </a:rPr>
              <a:t> ab </a:t>
            </a:r>
            <a:r>
              <a:rPr lang="en-AU" sz="3800" spc="-10" err="1">
                <a:solidFill>
                  <a:srgbClr val="000000"/>
                </a:solidFill>
              </a:rPr>
              <a:t>ipidici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llorum</a:t>
            </a:r>
            <a:r>
              <a:rPr lang="en-AU" sz="3800" spc="-10">
                <a:solidFill>
                  <a:srgbClr val="000000"/>
                </a:solidFill>
              </a:rPr>
              <a:t>, </a:t>
            </a:r>
            <a:r>
              <a:rPr lang="en-AU" sz="3800" spc="-10" err="1">
                <a:solidFill>
                  <a:srgbClr val="000000"/>
                </a:solidFill>
              </a:rPr>
              <a:t>coreriae</a:t>
            </a:r>
            <a:r>
              <a:rPr lang="en-AU" sz="3800" spc="-10">
                <a:solidFill>
                  <a:srgbClr val="000000"/>
                </a:solidFill>
              </a:rPr>
              <a:t> </a:t>
            </a:r>
            <a:r>
              <a:rPr lang="en-AU" sz="3800" spc="-10" err="1">
                <a:solidFill>
                  <a:srgbClr val="000000"/>
                </a:solidFill>
              </a:rPr>
              <a:t>quia</a:t>
            </a:r>
            <a:r>
              <a:rPr lang="en-AU" sz="3800" spc="-10">
                <a:solidFill>
                  <a:srgbClr val="000000"/>
                </a:solidFill>
              </a:rPr>
              <a:t>.”</a:t>
            </a:r>
            <a:endParaRPr sz="3800"/>
          </a:p>
        </p:txBody>
      </p:sp>
    </p:spTree>
    <p:extLst>
      <p:ext uri="{BB962C8B-B14F-4D97-AF65-F5344CB8AC3E}">
        <p14:creationId xmlns:p14="http://schemas.microsoft.com/office/powerpoint/2010/main" val="18216711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Slides without accent bar at top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28218085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o title (line and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816636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7F195D-1D75-7971-7AE4-F2EDDB4FE0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9144000" cy="9715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66022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7BF0C12-4EFA-AA48-3CFD-E595F2CE757D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74740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 - Sandstone backgroun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Title only – Sandstone background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133056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 - Light Grey background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7988300" cy="369332"/>
          </a:xfrm>
        </p:spPr>
        <p:txBody>
          <a:bodyPr lIns="0" tIns="0" rIns="0" bIns="0"/>
          <a:lstStyle>
            <a:lvl1pPr>
              <a:defRPr sz="24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Title only – light grey background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607166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text 2">
            <a:extLst>
              <a:ext uri="{FF2B5EF4-FFF2-40B4-BE49-F238E27FC236}">
                <a16:creationId xmlns:a16="http://schemas.microsoft.com/office/drawing/2014/main" id="{4750A85D-7EC4-4F3C-A957-3387FB721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892300" y="1803399"/>
            <a:ext cx="6673850" cy="2781300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171450" indent="-171450">
              <a:buFont typeface="System Font Regular"/>
              <a:buChar char="-"/>
              <a:defRPr sz="1000" b="0" i="0">
                <a:solidFill>
                  <a:schemeClr val="tx1"/>
                </a:solidFill>
                <a:latin typeface="Arial"/>
                <a:cs typeface="Arial"/>
              </a:defRPr>
            </a:lvl1pPr>
            <a:lvl2pPr marL="628650" indent="-171450">
              <a:buFont typeface="System Font Regular"/>
              <a:buChar char="-"/>
              <a:defRPr sz="1000"/>
            </a:lvl2pPr>
          </a:lstStyle>
          <a:p>
            <a:r>
              <a:rPr lang="en-AU"/>
              <a:t>Click to add text</a:t>
            </a: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F8334D-F6CE-6F26-F021-0B9D57834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01622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798830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 and 2 column text box</a:t>
            </a:r>
            <a:br>
              <a:rPr lang="en-US"/>
            </a:br>
            <a:r>
              <a:rPr lang="en-US"/>
              <a:t>Small body copy</a:t>
            </a:r>
            <a:endParaRPr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8B76861-0B8E-1907-DDCC-D9BE0F72992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892300" y="1803399"/>
            <a:ext cx="6673850" cy="2781300"/>
          </a:xfrm>
          <a:prstGeom prst="rect">
            <a:avLst/>
          </a:prstGeom>
        </p:spPr>
        <p:txBody>
          <a:bodyPr lIns="0" tIns="0" rIns="0" bIns="0" numCol="2" spcCol="252000"/>
          <a:lstStyle>
            <a:lvl1pPr marL="171450" indent="-171450">
              <a:buFont typeface="System Font Regular"/>
              <a:buChar char="-"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628650" indent="-171450">
              <a:buFont typeface="System Font Regular"/>
              <a:buChar char="-"/>
              <a:defRPr sz="1000"/>
            </a:lvl2pPr>
          </a:lstStyle>
          <a:p>
            <a:r>
              <a:rPr lang="en-AU"/>
              <a:t>Click to add text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1029681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691CD0B-A249-E00E-D26B-FCB09FEB61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892300" y="1803399"/>
            <a:ext cx="6673850" cy="2781300"/>
          </a:xfrm>
          <a:prstGeom prst="rect">
            <a:avLst/>
          </a:prstGeom>
        </p:spPr>
        <p:txBody>
          <a:bodyPr lIns="0" tIns="0" rIns="0" bIns="0" numCol="3" spcCol="252000"/>
          <a:lstStyle>
            <a:lvl1pPr marL="171450" indent="-171450">
              <a:buFont typeface="System Font Regular"/>
              <a:buChar char="-"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 marL="628650" indent="-171450">
              <a:buFont typeface="System Font Regular"/>
              <a:buChar char="-"/>
              <a:defRPr sz="1000"/>
            </a:lvl2pPr>
          </a:lstStyle>
          <a:p>
            <a:r>
              <a:rPr lang="en-AU"/>
              <a:t>Text Placeholder 2</a:t>
            </a: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60A890-DBCE-9D0B-FC1E-1FBC364068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798830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 and 3 column text box</a:t>
            </a:r>
            <a:br>
              <a:rPr lang="en-US"/>
            </a:br>
            <a:r>
              <a:rPr lang="en-US"/>
              <a:t>Small body copy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6946371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81188" y="1809750"/>
            <a:ext cx="6684962" cy="27559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26E6E4-89B8-DE75-7430-4DB49BAA2C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798830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 and 1 column text box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6533467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AE129D5-BC83-5BC6-7696-A62ABBA706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81188" y="1809750"/>
            <a:ext cx="3224212" cy="27559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EE874E2-82AB-542D-E56B-2FB8466A88D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30969" y="1809750"/>
            <a:ext cx="3224212" cy="27559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18EBB7-A22D-DEA0-3883-7D6A226ED3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798830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 and 2 column text box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83904323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, medium body copy 13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A89C3E4A-3CEE-6A06-BFB0-526F77478D2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81188" y="1814829"/>
            <a:ext cx="1954832" cy="27559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DFC8A7E-2401-E620-E338-5D28D25068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50315" y="1814829"/>
            <a:ext cx="1954832" cy="27559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104634B-900F-6E88-EAFF-FBF5C77F1AE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544627" y="1814829"/>
            <a:ext cx="1954832" cy="27559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E5C447-82BB-3065-F7F8-2993FACA60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798830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 and 3 column text box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036842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25C77E-CD2E-BA7A-975E-54EF9CC46D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81188" y="1809750"/>
            <a:ext cx="6684962" cy="27559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800">
                <a:latin typeface="+mn-lt"/>
              </a:defRPr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800">
                <a:latin typeface="+mn-lt"/>
              </a:defRPr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800">
                <a:latin typeface="+mn-lt"/>
              </a:defRPr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800">
                <a:latin typeface="+mn-lt"/>
              </a:defRPr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800">
                <a:latin typeface="+mn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3A7D94-FC97-9D5C-C395-284A560F5C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798830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 and 1 column text box</a:t>
            </a:r>
            <a:br>
              <a:rPr lang="en-US"/>
            </a:br>
            <a:r>
              <a:rPr lang="en-US"/>
              <a:t>Large body copy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8403316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7CDED4A-4823-EF24-3881-13F93D52660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881188" y="1802292"/>
            <a:ext cx="6684962" cy="276335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000"/>
            </a:lvl1pPr>
            <a:lvl2pPr>
              <a:defRPr sz="1000"/>
            </a:lvl2pPr>
          </a:lstStyle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/>
              <a:t>Click to add text or click on icon </a:t>
            </a:r>
            <a:br>
              <a:rPr lang="en-AU"/>
            </a:br>
            <a:r>
              <a:rPr lang="en-AU"/>
              <a:t>below to add object’</a:t>
            </a: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072B83BE-F949-7430-0580-E28A8377541C}"/>
              </a:ext>
            </a:extLst>
          </p:cNvPr>
          <p:cNvSpPr txBox="1"/>
          <p:nvPr userDrawn="1"/>
        </p:nvSpPr>
        <p:spPr>
          <a:xfrm>
            <a:off x="568325" y="4725643"/>
            <a:ext cx="942975" cy="118110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65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650" spc="1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 spc="-1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650" spc="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650" spc="1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 spc="-1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650">
              <a:latin typeface="Arial"/>
              <a:cs typeface="Arial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3A8BAD8-45B3-FA80-A6FD-062B923B62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7988300" cy="369332"/>
          </a:xfrm>
        </p:spPr>
        <p:txBody>
          <a:bodyPr lIns="0" tIns="0" rIns="0" bIns="0"/>
          <a:lstStyle>
            <a:lvl1pPr>
              <a:defRPr sz="24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Title and 1 object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4235119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sz="half" idx="2" hasCustomPrompt="1"/>
          </p:nvPr>
        </p:nvSpPr>
        <p:spPr>
          <a:xfrm>
            <a:off x="1881188" y="1802292"/>
            <a:ext cx="3148012" cy="276335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000"/>
            </a:lvl1pPr>
            <a:lvl2pPr>
              <a:defRPr sz="1000"/>
            </a:lvl2pPr>
          </a:lstStyle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/>
              <a:t>Click to add text or click on icon </a:t>
            </a:r>
            <a:br>
              <a:rPr lang="en-AU"/>
            </a:br>
            <a:r>
              <a:rPr lang="en-AU"/>
              <a:t>below to add object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CF546AC-A09B-3B79-BF41-C9B5E391B8D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418138" y="1802292"/>
            <a:ext cx="3148012" cy="276335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>
              <a:buFont typeface="System Font Regular"/>
              <a:buNone/>
              <a:defRPr sz="1000"/>
            </a:lvl1pPr>
            <a:lvl2pPr>
              <a:defRPr sz="1000"/>
            </a:lvl2pPr>
          </a:lstStyle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 typeface="System Font Regular"/>
              <a:buChar char="-"/>
              <a:tabLst/>
              <a:defRPr/>
            </a:pPr>
            <a:r>
              <a:rPr lang="en-AU"/>
              <a:t>Click to add text or click on icon </a:t>
            </a:r>
            <a:br>
              <a:rPr lang="en-AU"/>
            </a:br>
            <a:r>
              <a:rPr lang="en-AU"/>
              <a:t>below to add object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93909B7-37E7-FB1F-A3FB-7C585D474988}"/>
              </a:ext>
            </a:extLst>
          </p:cNvPr>
          <p:cNvSpPr txBox="1"/>
          <p:nvPr userDrawn="1"/>
        </p:nvSpPr>
        <p:spPr>
          <a:xfrm>
            <a:off x="568325" y="4725643"/>
            <a:ext cx="942975" cy="118110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65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650" spc="1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 spc="-1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650" spc="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650" spc="1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 spc="-1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650">
              <a:latin typeface="Arial"/>
              <a:cs typeface="Arial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98B64C5-69D6-29E7-DC8C-3D7E36B92D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7988300" cy="369332"/>
          </a:xfrm>
        </p:spPr>
        <p:txBody>
          <a:bodyPr lIns="0" tIns="0" rIns="0" bIns="0"/>
          <a:lstStyle>
            <a:lvl1pPr>
              <a:defRPr sz="2400" b="0" i="0">
                <a:solidFill>
                  <a:schemeClr val="accent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Title and 2 objects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2104491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small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892300" y="1803399"/>
            <a:ext cx="4356100" cy="278130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stem Font Regular"/>
              <a:buChar char="-"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000"/>
            </a:lvl2pPr>
          </a:lstStyle>
          <a:p>
            <a:r>
              <a:rPr lang="en-AU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495810" y="0"/>
            <a:ext cx="2648190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DFF1E3-1C14-C1DF-E876-81BE15B66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567055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Title, text box and image</a:t>
            </a:r>
            <a:br>
              <a:rPr lang="en-US"/>
            </a:br>
            <a:r>
              <a:rPr lang="en-US"/>
              <a:t>Small body copy</a:t>
            </a:r>
          </a:p>
        </p:txBody>
      </p:sp>
    </p:spTree>
    <p:extLst>
      <p:ext uri="{BB962C8B-B14F-4D97-AF65-F5344CB8AC3E}">
        <p14:creationId xmlns:p14="http://schemas.microsoft.com/office/powerpoint/2010/main" val="109946551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medium body copy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892300" y="1803399"/>
            <a:ext cx="4356100" cy="278130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stem Font Regular"/>
              <a:buChar char="-"/>
              <a:defRPr sz="13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000"/>
            </a:lvl2pPr>
          </a:lstStyle>
          <a:p>
            <a:r>
              <a:rPr lang="en-AU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495810" y="0"/>
            <a:ext cx="2648190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6EEB19-4E3F-B145-7FD5-34ED6F6068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567055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Title, text box and image</a:t>
            </a:r>
            <a:br>
              <a:rPr lang="en-US"/>
            </a:br>
            <a:r>
              <a:rPr lang="en-US"/>
              <a:t>Medium body copy</a:t>
            </a:r>
          </a:p>
        </p:txBody>
      </p:sp>
    </p:spTree>
    <p:extLst>
      <p:ext uri="{BB962C8B-B14F-4D97-AF65-F5344CB8AC3E}">
        <p14:creationId xmlns:p14="http://schemas.microsoft.com/office/powerpoint/2010/main" val="921839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+ image, large body copy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2">
            <a:extLst>
              <a:ext uri="{FF2B5EF4-FFF2-40B4-BE49-F238E27FC236}">
                <a16:creationId xmlns:a16="http://schemas.microsoft.com/office/drawing/2014/main" id="{B0FAA322-1959-4F66-2CF0-5AB1E42AA9C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892300" y="1803399"/>
            <a:ext cx="4356100" cy="2781300"/>
          </a:xfrm>
          <a:prstGeom prst="rect">
            <a:avLst/>
          </a:prstGeom>
        </p:spPr>
        <p:txBody>
          <a:bodyPr lIns="0" tIns="0" rIns="0" bIns="0"/>
          <a:lstStyle>
            <a:lvl1pPr marL="171450" indent="-171450">
              <a:buFont typeface="System Font Regular"/>
              <a:buChar char="-"/>
              <a:defRPr sz="1800" b="0" i="0">
                <a:solidFill>
                  <a:srgbClr val="3C3C3B"/>
                </a:solidFill>
                <a:latin typeface="Arial"/>
                <a:cs typeface="Arial"/>
              </a:defRPr>
            </a:lvl1pPr>
            <a:lvl2pPr>
              <a:buFont typeface="System Font Regular"/>
              <a:buChar char="-"/>
              <a:defRPr sz="1000"/>
            </a:lvl2pPr>
          </a:lstStyle>
          <a:p>
            <a:r>
              <a:rPr lang="en-AU"/>
              <a:t>Click to add text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30F62FA-786C-07E8-C52D-1D109342ADA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495810" y="0"/>
            <a:ext cx="2648190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FA3C1-A213-1628-DCF0-0721D03336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5670550" cy="738664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Title, text box and image</a:t>
            </a:r>
            <a:br>
              <a:rPr lang="en-US"/>
            </a:br>
            <a:r>
              <a:rPr lang="en-US"/>
              <a:t>Large body copy</a:t>
            </a:r>
          </a:p>
        </p:txBody>
      </p:sp>
    </p:spTree>
    <p:extLst>
      <p:ext uri="{BB962C8B-B14F-4D97-AF65-F5344CB8AC3E}">
        <p14:creationId xmlns:p14="http://schemas.microsoft.com/office/powerpoint/2010/main" val="161197986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 hasCustomPrompt="1"/>
          </p:nvPr>
        </p:nvSpPr>
        <p:spPr>
          <a:xfrm>
            <a:off x="5339949" y="518918"/>
            <a:ext cx="3055938" cy="1107996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Heading 1</a:t>
            </a:r>
            <a:br>
              <a:rPr lang="en-AU"/>
            </a:br>
            <a:r>
              <a:rPr lang="en-US"/>
              <a:t>Title, text box and image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3E7C6475-9E09-2C25-60AA-C01FFE5493A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4571999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C690FE27-A077-176C-683F-060F8B919BA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39948" y="1885950"/>
            <a:ext cx="3055937" cy="20701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527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1500" y="763150"/>
            <a:ext cx="3055938" cy="1107996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Heading 2</a:t>
            </a:r>
            <a:br>
              <a:rPr lang="en-AU"/>
            </a:br>
            <a:r>
              <a:rPr lang="en-US"/>
              <a:t>Title, text box and image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C846B-3BBC-0A9B-343F-8DA8440D4F9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1501" y="2130182"/>
            <a:ext cx="3055937" cy="20701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2" name="Picture Placeholder 3">
            <a:extLst>
              <a:ext uri="{FF2B5EF4-FFF2-40B4-BE49-F238E27FC236}">
                <a16:creationId xmlns:a16="http://schemas.microsoft.com/office/drawing/2014/main" id="{9223EA41-0E53-E4BC-82D3-F2D428AADB0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62082" y="0"/>
            <a:ext cx="4581917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1226183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>
            <a:extLst>
              <a:ext uri="{FF2B5EF4-FFF2-40B4-BE49-F238E27FC236}">
                <a16:creationId xmlns:a16="http://schemas.microsoft.com/office/drawing/2014/main" id="{06AF4810-CD2A-169B-7819-02D6EDE18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677" y="0"/>
            <a:ext cx="4562082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: 1"/>
          <p:cNvSpPr>
            <a:spLocks noGrp="1"/>
          </p:cNvSpPr>
          <p:nvPr>
            <p:ph type="title" hasCustomPrompt="1"/>
          </p:nvPr>
        </p:nvSpPr>
        <p:spPr>
          <a:xfrm>
            <a:off x="571500" y="763150"/>
            <a:ext cx="3055938" cy="1107996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Heading 3</a:t>
            </a:r>
            <a:br>
              <a:rPr lang="en-AU"/>
            </a:br>
            <a:r>
              <a:rPr lang="en-US"/>
              <a:t>Title, text box and image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5A9B2E54-042A-B95A-337E-B5C4C9A5CC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1500" y="2130182"/>
            <a:ext cx="3055937" cy="20701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BF473830-12BA-DF64-1A9E-1CAE3632CA0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62082" y="0"/>
            <a:ext cx="4581918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61485565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0">
            <a:extLst>
              <a:ext uri="{FF2B5EF4-FFF2-40B4-BE49-F238E27FC236}">
                <a16:creationId xmlns:a16="http://schemas.microsoft.com/office/drawing/2014/main" id="{CA7413FA-6408-3254-1779-682CAAAE9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71500" y="590550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914400" y="0"/>
                </a:moveTo>
                <a:lnTo>
                  <a:pt x="0" y="0"/>
                </a:lnTo>
              </a:path>
            </a:pathLst>
          </a:custGeom>
          <a:ln w="9525">
            <a:solidFill>
              <a:srgbClr val="E6462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Rectangle 0">
            <a:extLst>
              <a:ext uri="{FF2B5EF4-FFF2-40B4-BE49-F238E27FC236}">
                <a16:creationId xmlns:a16="http://schemas.microsoft.com/office/drawing/2014/main" id="{D01AF305-2512-8B00-F76B-C57D232745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562082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: 1"/>
          <p:cNvSpPr>
            <a:spLocks noGrp="1"/>
          </p:cNvSpPr>
          <p:nvPr>
            <p:ph type="title" hasCustomPrompt="1"/>
          </p:nvPr>
        </p:nvSpPr>
        <p:spPr>
          <a:xfrm>
            <a:off x="571500" y="779025"/>
            <a:ext cx="3055938" cy="1107996"/>
          </a:xfrm>
        </p:spPr>
        <p:txBody>
          <a:bodyPr lIns="0" tIns="0" rIns="0" bIns="0"/>
          <a:lstStyle>
            <a:lvl1pPr>
              <a:defRPr sz="2400" b="0" i="0">
                <a:solidFill>
                  <a:schemeClr val="bg1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Heading 4</a:t>
            </a:r>
            <a:br>
              <a:rPr lang="en-AU"/>
            </a:br>
            <a:r>
              <a:rPr lang="en-US"/>
              <a:t>Title, text box and image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A1A2B76-7231-1188-47F7-90C1CBB052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1501" y="2146057"/>
            <a:ext cx="3055937" cy="20701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bg1"/>
              </a:buClr>
              <a:buFont typeface="System Font Regular"/>
              <a:buChar char="-"/>
              <a:defRPr sz="1300">
                <a:solidFill>
                  <a:schemeClr val="bg1"/>
                </a:solidFill>
              </a:defRPr>
            </a:lvl1pPr>
            <a:lvl2pPr marL="628650" indent="-171450">
              <a:buClr>
                <a:schemeClr val="bg1"/>
              </a:buClr>
              <a:buFont typeface="System Font Regular"/>
              <a:buChar char="-"/>
              <a:defRPr sz="1300">
                <a:solidFill>
                  <a:schemeClr val="bg1"/>
                </a:solidFill>
              </a:defRPr>
            </a:lvl2pPr>
            <a:lvl3pPr marL="1085850" indent="-171450">
              <a:buClr>
                <a:schemeClr val="bg1"/>
              </a:buClr>
              <a:buFont typeface="System Font Regular"/>
              <a:buChar char="-"/>
              <a:defRPr sz="1300">
                <a:solidFill>
                  <a:schemeClr val="bg1"/>
                </a:solidFill>
              </a:defRPr>
            </a:lvl3pPr>
            <a:lvl4pPr marL="1543050" indent="-171450">
              <a:buClr>
                <a:schemeClr val="bg1"/>
              </a:buClr>
              <a:buFont typeface="System Font Regular"/>
              <a:buChar char="-"/>
              <a:defRPr sz="1300">
                <a:solidFill>
                  <a:schemeClr val="bg1"/>
                </a:solidFill>
              </a:defRPr>
            </a:lvl4pPr>
            <a:lvl5pPr marL="2000250" indent="-171450">
              <a:buClr>
                <a:schemeClr val="bg1"/>
              </a:buClr>
              <a:buFont typeface="System Font Regular"/>
              <a:buChar char="-"/>
              <a:defRPr sz="13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E01BB514-CFB3-0A62-D442-0367254D28E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562082" y="0"/>
            <a:ext cx="4581918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239585614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8585A7-12B9-F7BC-085D-8B7FD93EC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82842" y="0"/>
            <a:ext cx="5261158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1500" y="779025"/>
            <a:ext cx="3055938" cy="1107996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Heading 5</a:t>
            </a:r>
            <a:br>
              <a:rPr lang="en-AU"/>
            </a:br>
            <a:r>
              <a:rPr lang="en-US"/>
              <a:t>Title, text box + images</a:t>
            </a:r>
            <a:br>
              <a:rPr lang="en-US"/>
            </a:br>
            <a:r>
              <a:rPr lang="en-US"/>
              <a:t>Medium body copy</a:t>
            </a:r>
            <a:endParaRPr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260F83-22E0-FB93-2602-46785993E9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7071" y="2146057"/>
            <a:ext cx="3055937" cy="20701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tx1"/>
              </a:buClr>
              <a:buFont typeface="System Font Regular"/>
              <a:buChar char="-"/>
              <a:defRPr sz="1300"/>
            </a:lvl1pPr>
            <a:lvl2pPr marL="628650" indent="-171450">
              <a:buClr>
                <a:schemeClr val="tx1"/>
              </a:buClr>
              <a:buFont typeface="System Font Regular"/>
              <a:buChar char="-"/>
              <a:defRPr sz="1300"/>
            </a:lvl2pPr>
            <a:lvl3pPr marL="1085850" indent="-171450">
              <a:buClr>
                <a:schemeClr val="tx1"/>
              </a:buClr>
              <a:buFont typeface="System Font Regular"/>
              <a:buChar char="-"/>
              <a:defRPr sz="1300"/>
            </a:lvl3pPr>
            <a:lvl4pPr marL="1543050" indent="-171450">
              <a:buClr>
                <a:schemeClr val="tx1"/>
              </a:buClr>
              <a:buFont typeface="System Font Regular"/>
              <a:buChar char="-"/>
              <a:defRPr sz="1300"/>
            </a:lvl4pPr>
            <a:lvl5pPr marL="2000250" indent="-171450">
              <a:buClr>
                <a:schemeClr val="tx1"/>
              </a:buClr>
              <a:buFont typeface="System Font Regular"/>
              <a:buChar char="-"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FA3D8C20-B9F8-111A-7311-B7F42789D4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42651" y="577850"/>
            <a:ext cx="1996249" cy="19292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E67DE4A2-A084-6CFF-A647-B7F40F5B328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568993" y="577850"/>
            <a:ext cx="1996249" cy="19292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047206EB-D996-0FD4-E065-E9595D10C0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442651" y="2636387"/>
            <a:ext cx="1996249" cy="19292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5" name="Picture Placeholder 6">
            <a:extLst>
              <a:ext uri="{FF2B5EF4-FFF2-40B4-BE49-F238E27FC236}">
                <a16:creationId xmlns:a16="http://schemas.microsoft.com/office/drawing/2014/main" id="{1EDA01D0-B9B6-53CA-5A69-95C997DC2B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68993" y="2636387"/>
            <a:ext cx="1996249" cy="19292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426632046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with images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FA3D8C20-B9F8-111A-7311-B7F42789D4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71500" y="1436723"/>
            <a:ext cx="2880000" cy="296125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F9157D3-AB43-6EAD-7F21-F164319B311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574627" y="1434554"/>
            <a:ext cx="1998000" cy="140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047206EB-D996-0FD4-E065-E9595D10C0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574628" y="2957976"/>
            <a:ext cx="1996249" cy="144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379C8713-47DB-6665-EC36-148C9CB7B0C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86150" y="1436723"/>
            <a:ext cx="2880000" cy="296125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3" name="Text Placeholder 6"/>
          <p:cNvSpPr>
            <a:spLocks noGrp="1"/>
          </p:cNvSpPr>
          <p:nvPr>
            <p:ph type="body" idx="1"/>
          </p:nvPr>
        </p:nvSpPr>
        <p:spPr>
          <a:xfrm>
            <a:off x="571500" y="4476750"/>
            <a:ext cx="7994650" cy="218174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7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A660FC81-FDB2-6847-91E7-792B3F29E3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7988300" cy="369332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AU"/>
              <a:t>Heading 6 – single line</a:t>
            </a:r>
          </a:p>
        </p:txBody>
      </p:sp>
    </p:spTree>
    <p:extLst>
      <p:ext uri="{BB962C8B-B14F-4D97-AF65-F5344CB8AC3E}">
        <p14:creationId xmlns:p14="http://schemas.microsoft.com/office/powerpoint/2010/main" val="2131731421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bio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4BEE90D4-8B0A-FDDF-BF6B-72D8DFDC897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892173" y="1410798"/>
            <a:ext cx="1322070" cy="1219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744D6788-A0C0-B174-4895-15A2149AC77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892173" y="2776903"/>
            <a:ext cx="1917700" cy="387734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/>
          </a:p>
        </p:txBody>
      </p:sp>
      <p:sp>
        <p:nvSpPr>
          <p:cNvPr id="3" name="Text Placeholder 4"/>
          <p:cNvSpPr>
            <a:spLocks noGrp="1"/>
          </p:cNvSpPr>
          <p:nvPr>
            <p:ph type="body" idx="1" hasCustomPrompt="1"/>
          </p:nvPr>
        </p:nvSpPr>
        <p:spPr>
          <a:xfrm>
            <a:off x="1892173" y="3365497"/>
            <a:ext cx="1917700" cy="1375162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000" spc="-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5F9DD4CC-F211-99E0-B144-C7DF316647C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205194" y="1410798"/>
            <a:ext cx="1322070" cy="1219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352B38CD-C9E2-6FCF-659C-51A52C84804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05194" y="2776903"/>
            <a:ext cx="1917700" cy="387734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17CE8A92-798F-6C5E-0F46-EC0B5684D23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4205194" y="3365497"/>
            <a:ext cx="1917700" cy="1375162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000" spc="-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/>
          </a:p>
        </p:txBody>
      </p:sp>
      <p:sp>
        <p:nvSpPr>
          <p:cNvPr id="27" name="Picture Placeholder 8">
            <a:extLst>
              <a:ext uri="{FF2B5EF4-FFF2-40B4-BE49-F238E27FC236}">
                <a16:creationId xmlns:a16="http://schemas.microsoft.com/office/drawing/2014/main" id="{33A6F673-B304-E705-5E66-2DBDA1BA7630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550856" y="1410798"/>
            <a:ext cx="1322070" cy="12192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E08F0228-3E66-E48B-74F0-3A18CDB08DAE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6550856" y="2776903"/>
            <a:ext cx="1917700" cy="387734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1" i="0">
                <a:solidFill>
                  <a:schemeClr val="accent1"/>
                </a:solidFill>
                <a:latin typeface="+mn-lt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First Last 10pt Arial</a:t>
            </a:r>
          </a:p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Title goes here 10pt Times</a:t>
            </a:r>
            <a:endParaRPr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4BEEB3E0-898E-2BE3-26F4-15A3FF45411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50856" y="3365497"/>
            <a:ext cx="1917700" cy="1375162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000" spc="-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8BE29F25-B1A6-E14D-D106-B0B1A8245D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7988300" cy="369332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Speaker bios with image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0263820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bios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Holder 1">
            <a:extLst>
              <a:ext uri="{FF2B5EF4-FFF2-40B4-BE49-F238E27FC236}">
                <a16:creationId xmlns:a16="http://schemas.microsoft.com/office/drawing/2014/main" id="{01046116-FA83-47AD-17FA-94D776E8C805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1887052" y="1426364"/>
            <a:ext cx="2960856" cy="369098"/>
          </a:xfrm>
          <a:prstGeom prst="rect">
            <a:avLst/>
          </a:prstGeom>
          <a:solidFill>
            <a:schemeClr val="accent1"/>
          </a:solidFill>
        </p:spPr>
        <p:txBody>
          <a:bodyPr lIns="251999" tIns="72000" rIns="251999" bIns="72000" numCol="1" spcCol="252000" anchor="ctr" anchorCtr="0"/>
          <a:lstStyle>
            <a:lvl1pPr marL="0" indent="0">
              <a:buFontTx/>
              <a:buNone/>
              <a:defRPr sz="1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Heading 10pt</a:t>
            </a:r>
            <a:endParaRPr/>
          </a:p>
        </p:txBody>
      </p:sp>
      <p:sp>
        <p:nvSpPr>
          <p:cNvPr id="3" name="Holder 2"/>
          <p:cNvSpPr>
            <a:spLocks noGrp="1"/>
          </p:cNvSpPr>
          <p:nvPr>
            <p:ph type="body" idx="1" hasCustomPrompt="1"/>
          </p:nvPr>
        </p:nvSpPr>
        <p:spPr>
          <a:xfrm>
            <a:off x="1887052" y="1795462"/>
            <a:ext cx="2960856" cy="2770187"/>
          </a:xfrm>
          <a:prstGeom prst="rect">
            <a:avLst/>
          </a:prstGeom>
          <a:solidFill>
            <a:schemeClr val="bg2"/>
          </a:solidFill>
        </p:spPr>
        <p:txBody>
          <a:bodyPr lIns="251999" tIns="251999" rIns="251999" bIns="251999" numCol="1" spcCol="252000"/>
          <a:lstStyle>
            <a:lvl1pPr marL="171450" indent="-171450">
              <a:buFont typeface="System Font Regular"/>
              <a:buChar char="-"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000" spc="-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10pt</a:t>
            </a:r>
          </a:p>
          <a:p>
            <a:endParaRPr lang="en-AU"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2593A6BD-50DF-0434-8D9C-6C5105B3794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5212958" y="1426364"/>
            <a:ext cx="2960856" cy="369098"/>
          </a:xfrm>
          <a:prstGeom prst="rect">
            <a:avLst/>
          </a:prstGeom>
          <a:solidFill>
            <a:schemeClr val="accent1"/>
          </a:solidFill>
        </p:spPr>
        <p:txBody>
          <a:bodyPr lIns="251999" tIns="72000" rIns="251999" bIns="72000" numCol="1" spcCol="252000" anchor="ctr" anchorCtr="0"/>
          <a:lstStyle>
            <a:lvl1pPr marL="0" indent="0">
              <a:buFontTx/>
              <a:buNone/>
              <a:defRPr sz="1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Heading 10pt</a:t>
            </a:r>
            <a:endParaRPr/>
          </a:p>
        </p:txBody>
      </p:sp>
      <p:sp>
        <p:nvSpPr>
          <p:cNvPr id="13" name="Holder 4">
            <a:extLst>
              <a:ext uri="{FF2B5EF4-FFF2-40B4-BE49-F238E27FC236}">
                <a16:creationId xmlns:a16="http://schemas.microsoft.com/office/drawing/2014/main" id="{980934C0-12AC-D7ED-F525-AC922980850D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5212958" y="1795462"/>
            <a:ext cx="2960856" cy="2770187"/>
          </a:xfrm>
          <a:prstGeom prst="rect">
            <a:avLst/>
          </a:prstGeom>
          <a:solidFill>
            <a:schemeClr val="bg2"/>
          </a:solidFill>
        </p:spPr>
        <p:txBody>
          <a:bodyPr lIns="251999" tIns="251999" rIns="251999" bIns="251999" numCol="1" spcCol="252000"/>
          <a:lstStyle>
            <a:lvl1pPr marL="171450" indent="-171450">
              <a:buFont typeface="System Font Regular"/>
              <a:buChar char="-"/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Body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copy</a:t>
            </a:r>
            <a:r>
              <a:rPr lang="en-AU" sz="1000" spc="-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small</a:t>
            </a:r>
            <a:r>
              <a:rPr lang="en-AU" sz="1000" spc="-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lang="en-AU" sz="1000">
                <a:solidFill>
                  <a:srgbClr val="3C3C3B"/>
                </a:solidFill>
                <a:latin typeface="Arial"/>
                <a:cs typeface="Arial"/>
              </a:rPr>
              <a:t>10pt</a:t>
            </a:r>
            <a:endParaRPr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A75C487F-806F-DF0A-C957-59A18F20FB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7850" y="514350"/>
            <a:ext cx="7988300" cy="369332"/>
          </a:xfrm>
        </p:spPr>
        <p:txBody>
          <a:bodyPr lIns="0" tIns="0" rIns="0" bIns="0"/>
          <a:lstStyle>
            <a:lvl1pPr>
              <a:defRPr sz="2400" b="0" i="0">
                <a:solidFill>
                  <a:srgbClr val="E64626"/>
                </a:solidFill>
                <a:latin typeface="Times" pitchFamily="2" charset="0"/>
                <a:cs typeface="Times New Roman"/>
              </a:defRPr>
            </a:lvl1pPr>
          </a:lstStyle>
          <a:p>
            <a:r>
              <a:rPr lang="en-US"/>
              <a:t>Speaker bios no image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85904254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mage and text 1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A0A86295-3799-4055-1C7A-59CAA363CB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264064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1B0B21C-FA2D-826B-7943-A68F827AB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3226724" y="3022746"/>
            <a:ext cx="45719" cy="1530203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127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8E3BADCE-997C-7AED-BF38-6CE000F80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918199" y="3022746"/>
            <a:ext cx="45719" cy="1530203"/>
          </a:xfrm>
          <a:custGeom>
            <a:avLst/>
            <a:gdLst/>
            <a:ahLst/>
            <a:cxnLst/>
            <a:rect l="l" t="t" r="r" b="b"/>
            <a:pathLst>
              <a:path h="1219200">
                <a:moveTo>
                  <a:pt x="0" y="0"/>
                </a:moveTo>
                <a:lnTo>
                  <a:pt x="0" y="1219199"/>
                </a:lnTo>
              </a:path>
            </a:pathLst>
          </a:custGeom>
          <a:ln w="12700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Holder 1">
            <a:extLst>
              <a:ext uri="{FF2B5EF4-FFF2-40B4-BE49-F238E27FC236}">
                <a16:creationId xmlns:a16="http://schemas.microsoft.com/office/drawing/2014/main" id="{A750FE79-0F06-BEC8-114A-CEEB0654F5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98676" y="3022747"/>
            <a:ext cx="1945974" cy="1530203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chemeClr val="accent2"/>
                </a:solidFill>
                <a:latin typeface="Arial"/>
                <a:cs typeface="Arial"/>
              </a:defRPr>
            </a:lvl1pPr>
          </a:lstStyle>
          <a:p>
            <a:r>
              <a:rPr lang="en-AU"/>
              <a:t>Click to add text 10pt</a:t>
            </a:r>
            <a:endParaRPr/>
          </a:p>
        </p:txBody>
      </p:sp>
      <p:sp>
        <p:nvSpPr>
          <p:cNvPr id="13" name="Holder 2">
            <a:extLst>
              <a:ext uri="{FF2B5EF4-FFF2-40B4-BE49-F238E27FC236}">
                <a16:creationId xmlns:a16="http://schemas.microsoft.com/office/drawing/2014/main" id="{816E88B2-2440-D778-EE70-7C9542EC02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3615997" y="3022747"/>
            <a:ext cx="1945974" cy="1530203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chemeClr val="accent2"/>
                </a:solidFill>
                <a:latin typeface="Arial"/>
                <a:cs typeface="Arial"/>
              </a:defRPr>
            </a:lvl1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/>
              <a:t>Click to add text 10pt</a:t>
            </a:r>
          </a:p>
          <a:p>
            <a:endParaRPr/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52D6ACAB-5609-38FC-D3ED-9C642272FE3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6333318" y="3022747"/>
            <a:ext cx="1945974" cy="1530203"/>
          </a:xfrm>
          <a:prstGeom prst="rect">
            <a:avLst/>
          </a:prstGeom>
        </p:spPr>
        <p:txBody>
          <a:bodyPr lIns="0" tIns="0" rIns="0" bIns="0" numCol="1" spcCol="252000"/>
          <a:lstStyle>
            <a:lvl1pPr marL="0" indent="0">
              <a:buFontTx/>
              <a:buNone/>
              <a:defRPr sz="1000" b="0" i="0">
                <a:solidFill>
                  <a:schemeClr val="accent2"/>
                </a:solidFill>
                <a:latin typeface="Arial"/>
                <a:cs typeface="Arial"/>
              </a:defRPr>
            </a:lvl1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/>
            </a:pPr>
            <a:r>
              <a:rPr lang="en-AU"/>
              <a:t>Click to add text 10pt</a:t>
            </a:r>
          </a:p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898605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theme" Target="../theme/theme4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45.xml"/><Relationship Id="rId26" Type="http://schemas.openxmlformats.org/officeDocument/2006/relationships/slideLayout" Target="../slideLayouts/slideLayout53.xml"/><Relationship Id="rId3" Type="http://schemas.openxmlformats.org/officeDocument/2006/relationships/slideLayout" Target="../slideLayouts/slideLayout30.xml"/><Relationship Id="rId21" Type="http://schemas.openxmlformats.org/officeDocument/2006/relationships/slideLayout" Target="../slideLayouts/slideLayout48.xml"/><Relationship Id="rId7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44.xml"/><Relationship Id="rId25" Type="http://schemas.openxmlformats.org/officeDocument/2006/relationships/slideLayout" Target="../slideLayouts/slideLayout52.xml"/><Relationship Id="rId2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43.xml"/><Relationship Id="rId20" Type="http://schemas.openxmlformats.org/officeDocument/2006/relationships/slideLayout" Target="../slideLayouts/slideLayout47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8.xml"/><Relationship Id="rId2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32.xml"/><Relationship Id="rId15" Type="http://schemas.openxmlformats.org/officeDocument/2006/relationships/slideLayout" Target="../slideLayouts/slideLayout42.xml"/><Relationship Id="rId23" Type="http://schemas.openxmlformats.org/officeDocument/2006/relationships/slideLayout" Target="../slideLayouts/slideLayout50.xml"/><Relationship Id="rId28" Type="http://schemas.openxmlformats.org/officeDocument/2006/relationships/theme" Target="../theme/theme5.xml"/><Relationship Id="rId10" Type="http://schemas.openxmlformats.org/officeDocument/2006/relationships/slideLayout" Target="../slideLayouts/slideLayout37.xml"/><Relationship Id="rId19" Type="http://schemas.openxmlformats.org/officeDocument/2006/relationships/slideLayout" Target="../slideLayouts/slideLayout46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49.xml"/><Relationship Id="rId27" Type="http://schemas.openxmlformats.org/officeDocument/2006/relationships/slideLayout" Target="../slideLayouts/slideLayout54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7.xml"/><Relationship Id="rId18" Type="http://schemas.openxmlformats.org/officeDocument/2006/relationships/slideLayout" Target="../slideLayouts/slideLayout72.xml"/><Relationship Id="rId26" Type="http://schemas.openxmlformats.org/officeDocument/2006/relationships/slideLayout" Target="../slideLayouts/slideLayout80.xml"/><Relationship Id="rId3" Type="http://schemas.openxmlformats.org/officeDocument/2006/relationships/slideLayout" Target="../slideLayouts/slideLayout57.xml"/><Relationship Id="rId21" Type="http://schemas.openxmlformats.org/officeDocument/2006/relationships/slideLayout" Target="../slideLayouts/slideLayout75.xml"/><Relationship Id="rId7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71.xml"/><Relationship Id="rId25" Type="http://schemas.openxmlformats.org/officeDocument/2006/relationships/slideLayout" Target="../slideLayouts/slideLayout79.xml"/><Relationship Id="rId2" Type="http://schemas.openxmlformats.org/officeDocument/2006/relationships/slideLayout" Target="../slideLayouts/slideLayout56.xml"/><Relationship Id="rId16" Type="http://schemas.openxmlformats.org/officeDocument/2006/relationships/slideLayout" Target="../slideLayouts/slideLayout70.xml"/><Relationship Id="rId20" Type="http://schemas.openxmlformats.org/officeDocument/2006/relationships/slideLayout" Target="../slideLayouts/slideLayout74.xml"/><Relationship Id="rId1" Type="http://schemas.openxmlformats.org/officeDocument/2006/relationships/slideLayout" Target="../slideLayouts/slideLayout55.xml"/><Relationship Id="rId6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5.xml"/><Relationship Id="rId24" Type="http://schemas.openxmlformats.org/officeDocument/2006/relationships/slideLayout" Target="../slideLayouts/slideLayout78.xml"/><Relationship Id="rId5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9.xml"/><Relationship Id="rId23" Type="http://schemas.openxmlformats.org/officeDocument/2006/relationships/slideLayout" Target="../slideLayouts/slideLayout77.xml"/><Relationship Id="rId28" Type="http://schemas.openxmlformats.org/officeDocument/2006/relationships/theme" Target="../theme/theme6.xml"/><Relationship Id="rId10" Type="http://schemas.openxmlformats.org/officeDocument/2006/relationships/slideLayout" Target="../slideLayouts/slideLayout64.xml"/><Relationship Id="rId19" Type="http://schemas.openxmlformats.org/officeDocument/2006/relationships/slideLayout" Target="../slideLayouts/slideLayout73.xml"/><Relationship Id="rId4" Type="http://schemas.openxmlformats.org/officeDocument/2006/relationships/slideLayout" Target="../slideLayouts/slideLayout58.xml"/><Relationship Id="rId9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8.xml"/><Relationship Id="rId22" Type="http://schemas.openxmlformats.org/officeDocument/2006/relationships/slideLayout" Target="../slideLayouts/slideLayout76.xml"/><Relationship Id="rId27" Type="http://schemas.openxmlformats.org/officeDocument/2006/relationships/slideLayout" Target="../slideLayouts/slideLayout8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3824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5" r:id="rId2"/>
    <p:sldLayoutId id="2147483707" r:id="rId3"/>
    <p:sldLayoutId id="2147483745" r:id="rId4"/>
    <p:sldLayoutId id="2147483746" r:id="rId5"/>
    <p:sldLayoutId id="2147483747" r:id="rId6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50" indent="-171450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4572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9144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3716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18288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 userDrawn="1">
          <p15:clr>
            <a:srgbClr val="A4A3A4"/>
          </p15:clr>
        </p15:guide>
        <p15:guide id="6" orient="horz" pos="1131" userDrawn="1">
          <p15:clr>
            <a:srgbClr val="A4A3A4"/>
          </p15:clr>
        </p15:guide>
        <p15:guide id="8" orient="horz" pos="2876" userDrawn="1">
          <p15:clr>
            <a:srgbClr val="A4A3A4"/>
          </p15:clr>
        </p15:guide>
        <p15:guide id="9" pos="360" userDrawn="1">
          <p15:clr>
            <a:srgbClr val="A4A3A4"/>
          </p15:clr>
        </p15:guide>
        <p15:guide id="10" pos="5396" userDrawn="1">
          <p15:clr>
            <a:srgbClr val="A4A3A4"/>
          </p15:clr>
        </p15:guide>
        <p15:guide id="11" pos="1185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6897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7" r:id="rId2"/>
    <p:sldLayoutId id="2147483718" r:id="rId3"/>
    <p:sldLayoutId id="2147483794" r:id="rId4"/>
    <p:sldLayoutId id="2147483795" r:id="rId5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50" indent="-171450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4572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9144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3716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18288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 userDrawn="1">
          <p15:clr>
            <a:srgbClr val="A4A3A4"/>
          </p15:clr>
        </p15:guide>
        <p15:guide id="6" orient="horz" pos="1131" userDrawn="1">
          <p15:clr>
            <a:srgbClr val="A4A3A4"/>
          </p15:clr>
        </p15:guide>
        <p15:guide id="8" orient="horz" pos="2876" userDrawn="1">
          <p15:clr>
            <a:srgbClr val="A4A3A4"/>
          </p15:clr>
        </p15:guide>
        <p15:guide id="9" pos="360" userDrawn="1">
          <p15:clr>
            <a:srgbClr val="A4A3A4"/>
          </p15:clr>
        </p15:guide>
        <p15:guide id="10" pos="5396" userDrawn="1">
          <p15:clr>
            <a:srgbClr val="A4A3A4"/>
          </p15:clr>
        </p15:guide>
        <p15:guide id="11" pos="1185" userDrawn="1">
          <p15:clr>
            <a:srgbClr val="A4A3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4958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3" r:id="rId2"/>
    <p:sldLayoutId id="2147483724" r:id="rId3"/>
    <p:sldLayoutId id="2147483750" r:id="rId4"/>
    <p:sldLayoutId id="2147483749" r:id="rId5"/>
    <p:sldLayoutId id="2147483751" r:id="rId6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50" indent="-171450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4572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9144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3716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18288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 userDrawn="1">
          <p15:clr>
            <a:srgbClr val="A4A3A4"/>
          </p15:clr>
        </p15:guide>
        <p15:guide id="6" orient="horz" pos="1131" userDrawn="1">
          <p15:clr>
            <a:srgbClr val="A4A3A4"/>
          </p15:clr>
        </p15:guide>
        <p15:guide id="8" orient="horz" pos="2876" userDrawn="1">
          <p15:clr>
            <a:srgbClr val="A4A3A4"/>
          </p15:clr>
        </p15:guide>
        <p15:guide id="9" pos="360" userDrawn="1">
          <p15:clr>
            <a:srgbClr val="A4A3A4"/>
          </p15:clr>
        </p15:guide>
        <p15:guide id="10" pos="5396" userDrawn="1">
          <p15:clr>
            <a:srgbClr val="A4A3A4"/>
          </p15:clr>
        </p15:guide>
        <p15:guide id="11" pos="1185" userDrawn="1">
          <p15:clr>
            <a:srgbClr val="A4A3A4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0692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33" r:id="rId2"/>
    <p:sldLayoutId id="2147483734" r:id="rId3"/>
    <p:sldLayoutId id="2147483735" r:id="rId4"/>
    <p:sldLayoutId id="2147483732" r:id="rId5"/>
    <p:sldLayoutId id="2147483727" r:id="rId6"/>
    <p:sldLayoutId id="2147483728" r:id="rId7"/>
    <p:sldLayoutId id="2147483736" r:id="rId8"/>
    <p:sldLayoutId id="2147483748" r:id="rId9"/>
    <p:sldLayoutId id="2147483738" r:id="rId10"/>
  </p:sldLayoutIdLst>
  <p:txStyles>
    <p:titleStyle>
      <a:lvl1pPr>
        <a:defRPr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50" indent="-171450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4572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9144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3716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18288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 userDrawn="1">
          <p15:clr>
            <a:srgbClr val="A4A3A4"/>
          </p15:clr>
        </p15:guide>
        <p15:guide id="6" orient="horz" pos="1131" userDrawn="1">
          <p15:clr>
            <a:srgbClr val="A4A3A4"/>
          </p15:clr>
        </p15:guide>
        <p15:guide id="8" orient="horz" pos="2876" userDrawn="1">
          <p15:clr>
            <a:srgbClr val="A4A3A4"/>
          </p15:clr>
        </p15:guide>
        <p15:guide id="9" pos="360" userDrawn="1">
          <p15:clr>
            <a:srgbClr val="A4A3A4"/>
          </p15:clr>
        </p15:guide>
        <p15:guide id="10" pos="5396" userDrawn="1">
          <p15:clr>
            <a:srgbClr val="A4A3A4"/>
          </p15:clr>
        </p15:guide>
        <p15:guide id="11" pos="1185" userDrawn="1">
          <p15:clr>
            <a:srgbClr val="A4A3A4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7850" y="514350"/>
            <a:ext cx="7988300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E64626"/>
                </a:solidFill>
                <a:latin typeface="Times New Roman"/>
                <a:cs typeface="Times New Roman"/>
              </a:defRPr>
            </a:lvl1pPr>
          </a:lstStyle>
          <a:p>
            <a:r>
              <a:rPr lang="en-AU"/>
              <a:t>Click to add title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body" idx="1"/>
          </p:nvPr>
        </p:nvSpPr>
        <p:spPr>
          <a:xfrm>
            <a:off x="1897466" y="1276350"/>
            <a:ext cx="6673850" cy="27622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1000" b="0" i="0">
                <a:solidFill>
                  <a:srgbClr val="3C3C3B"/>
                </a:solidFill>
                <a:latin typeface="Arial"/>
                <a:cs typeface="Arial"/>
              </a:defRPr>
            </a:lvl1pPr>
          </a:lstStyle>
          <a:p>
            <a:pPr marL="171450" indent="-171450">
              <a:buClr>
                <a:schemeClr val="tx2"/>
              </a:buClr>
              <a:buFont typeface="System Font Regular"/>
              <a:buChar char="-"/>
            </a:pPr>
            <a:r>
              <a:rPr lang="en-GB" sz="1000">
                <a:solidFill>
                  <a:schemeClr val="tx2"/>
                </a:solidFill>
                <a:latin typeface="+mn-lt"/>
              </a:rPr>
              <a:t>Click to edit Master text styles</a:t>
            </a:r>
          </a:p>
          <a:p>
            <a:pPr marL="628650" lvl="1" indent="-171450">
              <a:buClr>
                <a:schemeClr val="tx2"/>
              </a:buClr>
              <a:buFont typeface="System Font Regular"/>
              <a:buChar char="-"/>
            </a:pPr>
            <a:r>
              <a:rPr lang="en-GB" sz="1000">
                <a:solidFill>
                  <a:schemeClr val="tx2"/>
                </a:solidFill>
                <a:latin typeface="+mn-lt"/>
              </a:rPr>
              <a:t>Second level</a:t>
            </a:r>
          </a:p>
          <a:p>
            <a:pPr marL="1085850" lvl="2" indent="-171450">
              <a:buClr>
                <a:schemeClr val="tx2"/>
              </a:buClr>
              <a:buFont typeface="System Font Regular"/>
              <a:buChar char="-"/>
            </a:pPr>
            <a:r>
              <a:rPr lang="en-GB" sz="1000">
                <a:solidFill>
                  <a:schemeClr val="tx2"/>
                </a:solidFill>
                <a:latin typeface="+mn-lt"/>
              </a:rPr>
              <a:t>Third level</a:t>
            </a:r>
          </a:p>
          <a:p>
            <a:pPr marL="1543050" lvl="3" indent="-171450">
              <a:buClr>
                <a:schemeClr val="tx2"/>
              </a:buClr>
              <a:buFont typeface="System Font Regular"/>
              <a:buChar char="-"/>
            </a:pPr>
            <a:r>
              <a:rPr lang="en-GB" sz="1000">
                <a:solidFill>
                  <a:schemeClr val="tx2"/>
                </a:solidFill>
                <a:latin typeface="+mn-lt"/>
              </a:rPr>
              <a:t>Fourth level</a:t>
            </a:r>
          </a:p>
          <a:p>
            <a:pPr marL="2000250" lvl="4" indent="-171450">
              <a:buClr>
                <a:schemeClr val="tx2"/>
              </a:buClr>
              <a:buFont typeface="System Font Regular"/>
              <a:buChar char="-"/>
            </a:pPr>
            <a:r>
              <a:rPr lang="en-GB" sz="1000">
                <a:solidFill>
                  <a:schemeClr val="tx2"/>
                </a:solidFill>
                <a:latin typeface="+mn-lt"/>
              </a:rPr>
              <a:t>Fifth level</a:t>
            </a:r>
            <a:endParaRPr lang="en-US" sz="1000">
              <a:solidFill>
                <a:schemeClr val="tx2"/>
              </a:solidFill>
              <a:latin typeface="+mn-lt"/>
            </a:endParaRPr>
          </a:p>
          <a:p>
            <a:endParaRPr/>
          </a:p>
        </p:txBody>
      </p:sp>
      <p:sp>
        <p:nvSpPr>
          <p:cNvPr id="12" name="Placeholder 3">
            <a:extLst>
              <a:ext uri="{FF2B5EF4-FFF2-40B4-BE49-F238E27FC236}">
                <a16:creationId xmlns:a16="http://schemas.microsoft.com/office/drawing/2014/main" id="{6C0811DA-1436-1C90-68E8-D6A920491400}"/>
              </a:ext>
            </a:extLst>
          </p:cNvPr>
          <p:cNvSpPr txBox="1"/>
          <p:nvPr userDrawn="1"/>
        </p:nvSpPr>
        <p:spPr>
          <a:xfrm>
            <a:off x="568325" y="4781550"/>
            <a:ext cx="942975" cy="118110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65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650" spc="1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 spc="-1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650" spc="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650" spc="1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 spc="-1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650">
              <a:latin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741" r:id="rId3"/>
    <p:sldLayoutId id="2147483704" r:id="rId4"/>
    <p:sldLayoutId id="2147483680" r:id="rId5"/>
    <p:sldLayoutId id="2147483681" r:id="rId6"/>
    <p:sldLayoutId id="2147483662" r:id="rId7"/>
    <p:sldLayoutId id="2147483668" r:id="rId8"/>
    <p:sldLayoutId id="2147483669" r:id="rId9"/>
    <p:sldLayoutId id="2147483667" r:id="rId10"/>
    <p:sldLayoutId id="2147483670" r:id="rId11"/>
    <p:sldLayoutId id="2147483666" r:id="rId12"/>
    <p:sldLayoutId id="2147483744" r:id="rId13"/>
    <p:sldLayoutId id="2147483671" r:id="rId14"/>
    <p:sldLayoutId id="2147483663" r:id="rId15"/>
    <p:sldLayoutId id="2147483672" r:id="rId16"/>
    <p:sldLayoutId id="2147483742" r:id="rId17"/>
    <p:sldLayoutId id="2147483743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740" r:id="rId24"/>
    <p:sldLayoutId id="2147483678" r:id="rId25"/>
    <p:sldLayoutId id="2147483679" r:id="rId26"/>
    <p:sldLayoutId id="2147483796" r:id="rId27"/>
  </p:sldLayoutIdLst>
  <p:txStyles>
    <p:titleStyle>
      <a:lvl1pPr>
        <a:defRPr>
          <a:solidFill>
            <a:schemeClr val="accent1"/>
          </a:solidFill>
          <a:latin typeface="Times" pitchFamily="2" charset="0"/>
          <a:ea typeface="+mj-ea"/>
          <a:cs typeface="+mj-cs"/>
        </a:defRPr>
      </a:lvl1pPr>
    </p:titleStyle>
    <p:bodyStyle>
      <a:lvl1pPr marL="171450" indent="-171450">
        <a:buClr>
          <a:schemeClr val="tx2"/>
        </a:buClr>
        <a:buFont typeface="Arial" panose="020B0604020202020204" pitchFamily="34" charset="0"/>
        <a:buChar char="•"/>
        <a:defRPr>
          <a:solidFill>
            <a:schemeClr val="tx1"/>
          </a:solidFill>
          <a:latin typeface="+mn-lt"/>
          <a:ea typeface="+mn-ea"/>
          <a:cs typeface="+mn-cs"/>
        </a:defRPr>
      </a:lvl1pPr>
      <a:lvl2pPr marL="457200">
        <a:buFont typeface="Arial" panose="020B0604020202020204" pitchFamily="34" charset="0"/>
        <a:buChar char="•"/>
        <a:defRPr>
          <a:solidFill>
            <a:schemeClr val="tx1"/>
          </a:solidFill>
          <a:latin typeface="+mn-lt"/>
          <a:ea typeface="+mn-ea"/>
          <a:cs typeface="+mn-cs"/>
        </a:defRPr>
      </a:lvl2pPr>
      <a:lvl3pPr marL="914400">
        <a:buFont typeface="Arial" panose="020B0604020202020204" pitchFamily="34" charset="0"/>
        <a:buChar char="•"/>
        <a:defRPr>
          <a:solidFill>
            <a:schemeClr val="tx1"/>
          </a:solidFill>
          <a:latin typeface="+mn-lt"/>
          <a:ea typeface="+mn-ea"/>
          <a:cs typeface="+mn-cs"/>
        </a:defRPr>
      </a:lvl3pPr>
      <a:lvl4pPr marL="1371600">
        <a:buFont typeface="Arial" panose="020B0604020202020204" pitchFamily="34" charset="0"/>
        <a:buChar char="•"/>
        <a:defRPr>
          <a:solidFill>
            <a:schemeClr val="tx1"/>
          </a:solidFill>
          <a:latin typeface="+mn-lt"/>
          <a:ea typeface="+mn-ea"/>
          <a:cs typeface="+mn-cs"/>
        </a:defRPr>
      </a:lvl4pPr>
      <a:lvl5pPr marL="1828800">
        <a:buFont typeface="Arial" panose="020B0604020202020204" pitchFamily="34" charset="0"/>
        <a:buChar char="•"/>
        <a:defRPr>
          <a:solidFill>
            <a:schemeClr val="tx1"/>
          </a:solidFill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 userDrawn="1">
          <p15:clr>
            <a:srgbClr val="A4A3A4"/>
          </p15:clr>
        </p15:guide>
        <p15:guide id="6" orient="horz" pos="1131" userDrawn="1">
          <p15:clr>
            <a:srgbClr val="A4A3A4"/>
          </p15:clr>
        </p15:guide>
        <p15:guide id="8" orient="horz" pos="2876" userDrawn="1">
          <p15:clr>
            <a:srgbClr val="A4A3A4"/>
          </p15:clr>
        </p15:guide>
        <p15:guide id="9" pos="360" userDrawn="1">
          <p15:clr>
            <a:srgbClr val="A4A3A4"/>
          </p15:clr>
        </p15:guide>
        <p15:guide id="10" pos="5396" userDrawn="1">
          <p15:clr>
            <a:srgbClr val="A4A3A4"/>
          </p15:clr>
        </p15:guide>
        <p15:guide id="11" pos="1185" userDrawn="1">
          <p15:clr>
            <a:srgbClr val="A4A3A4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7850" y="514350"/>
            <a:ext cx="7988300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E64626"/>
                </a:solidFill>
                <a:latin typeface="Times New Roman"/>
                <a:cs typeface="Times New Roman"/>
              </a:defRPr>
            </a:lvl1pPr>
          </a:lstStyle>
          <a:p>
            <a:r>
              <a:rPr lang="en-AU"/>
              <a:t>Click to add title</a:t>
            </a:r>
            <a:endParaRPr/>
          </a:p>
        </p:txBody>
      </p:sp>
      <p:sp>
        <p:nvSpPr>
          <p:cNvPr id="12" name="Placeholder 3">
            <a:extLst>
              <a:ext uri="{FF2B5EF4-FFF2-40B4-BE49-F238E27FC236}">
                <a16:creationId xmlns:a16="http://schemas.microsoft.com/office/drawing/2014/main" id="{6C0811DA-1436-1C90-68E8-D6A920491400}"/>
              </a:ext>
            </a:extLst>
          </p:cNvPr>
          <p:cNvSpPr txBox="1"/>
          <p:nvPr userDrawn="1"/>
        </p:nvSpPr>
        <p:spPr>
          <a:xfrm>
            <a:off x="568325" y="4781550"/>
            <a:ext cx="942975" cy="118110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650">
                <a:solidFill>
                  <a:srgbClr val="3C3C3B"/>
                </a:solidFill>
                <a:latin typeface="Arial"/>
                <a:cs typeface="Arial"/>
              </a:rPr>
              <a:t>The</a:t>
            </a:r>
            <a:r>
              <a:rPr sz="650" spc="1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 spc="-10">
                <a:solidFill>
                  <a:srgbClr val="3C3C3B"/>
                </a:solidFill>
                <a:latin typeface="Arial"/>
                <a:cs typeface="Arial"/>
              </a:rPr>
              <a:t>University</a:t>
            </a:r>
            <a:r>
              <a:rPr sz="650" spc="10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>
                <a:solidFill>
                  <a:srgbClr val="3C3C3B"/>
                </a:solidFill>
                <a:latin typeface="Arial"/>
                <a:cs typeface="Arial"/>
              </a:rPr>
              <a:t>of</a:t>
            </a:r>
            <a:r>
              <a:rPr sz="650" spc="15">
                <a:solidFill>
                  <a:srgbClr val="3C3C3B"/>
                </a:solidFill>
                <a:latin typeface="Arial"/>
                <a:cs typeface="Arial"/>
              </a:rPr>
              <a:t> </a:t>
            </a:r>
            <a:r>
              <a:rPr sz="650" spc="-10">
                <a:solidFill>
                  <a:srgbClr val="3C3C3B"/>
                </a:solidFill>
                <a:latin typeface="Arial"/>
                <a:cs typeface="Arial"/>
              </a:rPr>
              <a:t>Sydney</a:t>
            </a:r>
            <a:endParaRPr sz="65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109107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4" r:id="rId1"/>
    <p:sldLayoutId id="2147483755" r:id="rId2"/>
    <p:sldLayoutId id="2147483756" r:id="rId3"/>
    <p:sldLayoutId id="2147483757" r:id="rId4"/>
    <p:sldLayoutId id="2147483758" r:id="rId5"/>
    <p:sldLayoutId id="2147483759" r:id="rId6"/>
    <p:sldLayoutId id="2147483760" r:id="rId7"/>
    <p:sldLayoutId id="2147483761" r:id="rId8"/>
    <p:sldLayoutId id="2147483762" r:id="rId9"/>
    <p:sldLayoutId id="2147483763" r:id="rId10"/>
    <p:sldLayoutId id="2147483764" r:id="rId11"/>
    <p:sldLayoutId id="2147483765" r:id="rId12"/>
    <p:sldLayoutId id="2147483766" r:id="rId13"/>
    <p:sldLayoutId id="2147483767" r:id="rId14"/>
    <p:sldLayoutId id="2147483768" r:id="rId15"/>
    <p:sldLayoutId id="2147483769" r:id="rId16"/>
    <p:sldLayoutId id="2147483770" r:id="rId17"/>
    <p:sldLayoutId id="2147483771" r:id="rId18"/>
    <p:sldLayoutId id="2147483772" r:id="rId19"/>
    <p:sldLayoutId id="2147483773" r:id="rId20"/>
    <p:sldLayoutId id="2147483774" r:id="rId21"/>
    <p:sldLayoutId id="2147483775" r:id="rId22"/>
    <p:sldLayoutId id="2147483776" r:id="rId23"/>
    <p:sldLayoutId id="2147483777" r:id="rId24"/>
    <p:sldLayoutId id="2147483778" r:id="rId25"/>
    <p:sldLayoutId id="2147483779" r:id="rId26"/>
    <p:sldLayoutId id="2147483780" r:id="rId27"/>
  </p:sldLayoutIdLst>
  <p:txStyles>
    <p:titleStyle>
      <a:lvl1pPr>
        <a:defRPr>
          <a:solidFill>
            <a:schemeClr val="accent1"/>
          </a:solidFill>
          <a:latin typeface="Times" pitchFamily="2" charset="0"/>
          <a:ea typeface="+mj-ea"/>
          <a:cs typeface="+mj-cs"/>
        </a:defRPr>
      </a:lvl1pPr>
    </p:titleStyle>
    <p:bodyStyle>
      <a:lvl1pPr marL="171450" indent="-171450">
        <a:buClr>
          <a:schemeClr val="tx2"/>
        </a:buClr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1pPr>
      <a:lvl2pPr marL="4572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2pPr>
      <a:lvl3pPr marL="9144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3pPr>
      <a:lvl4pPr marL="13716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4pPr>
      <a:lvl5pPr marL="1828800">
        <a:buFont typeface="Arial" panose="020B0604020202020204" pitchFamily="34" charset="0"/>
        <a:buChar char="•"/>
        <a:defRPr>
          <a:solidFill>
            <a:schemeClr val="tx2"/>
          </a:solidFill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62" userDrawn="1">
          <p15:clr>
            <a:srgbClr val="A4A3A4"/>
          </p15:clr>
        </p15:guide>
        <p15:guide id="6" orient="horz" pos="1131" userDrawn="1">
          <p15:clr>
            <a:srgbClr val="A4A3A4"/>
          </p15:clr>
        </p15:guide>
        <p15:guide id="8" orient="horz" pos="2876" userDrawn="1">
          <p15:clr>
            <a:srgbClr val="A4A3A4"/>
          </p15:clr>
        </p15:guide>
        <p15:guide id="9" pos="360" userDrawn="1">
          <p15:clr>
            <a:srgbClr val="A4A3A4"/>
          </p15:clr>
        </p15:guide>
        <p15:guide id="10" pos="5396" userDrawn="1">
          <p15:clr>
            <a:srgbClr val="A4A3A4"/>
          </p15:clr>
        </p15:guide>
        <p15:guide id="11" pos="1185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80594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C4CB9B0A-4047-F9D9-6848-32C84DE58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477" y="1313233"/>
            <a:ext cx="4091489" cy="1803083"/>
          </a:xfrm>
        </p:spPr>
        <p:txBody>
          <a:bodyPr/>
          <a:lstStyle/>
          <a:p>
            <a:r>
              <a:rPr lang="en-US" sz="2400" dirty="0"/>
              <a:t>Day 2: Advanced survival course</a:t>
            </a:r>
            <a:br>
              <a:rPr lang="en-US" sz="2400" dirty="0"/>
            </a:br>
            <a:br>
              <a:rPr lang="en-US" sz="2400" dirty="0"/>
            </a:br>
            <a:r>
              <a:rPr lang="en-US" sz="2400" i="1" dirty="0"/>
              <a:t>Flexible parametric survival models (continued)</a:t>
            </a:r>
            <a:endParaRPr lang="en-AU" sz="2400" i="1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06AEC988-AF70-7E3E-E250-41BE43714C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91477" y="3241364"/>
            <a:ext cx="3966984" cy="270089"/>
          </a:xfrm>
        </p:spPr>
        <p:txBody>
          <a:bodyPr/>
          <a:lstStyle/>
          <a:p>
            <a:r>
              <a:rPr lang="en-AU" dirty="0"/>
              <a:t>Nicole De La Mata</a:t>
            </a:r>
          </a:p>
        </p:txBody>
      </p:sp>
    </p:spTree>
    <p:extLst>
      <p:ext uri="{BB962C8B-B14F-4D97-AF65-F5344CB8AC3E}">
        <p14:creationId xmlns:p14="http://schemas.microsoft.com/office/powerpoint/2010/main" val="1806009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7850" y="514350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/>
              <a:t>Overview</a:t>
            </a:r>
            <a:endParaRPr spc="-10" dirty="0">
              <a:solidFill>
                <a:schemeClr val="accent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363EE7-1EC4-CA11-AC1E-77F327D977C9}"/>
              </a:ext>
            </a:extLst>
          </p:cNvPr>
          <p:cNvSpPr txBox="1"/>
          <p:nvPr/>
        </p:nvSpPr>
        <p:spPr>
          <a:xfrm>
            <a:off x="955963" y="889238"/>
            <a:ext cx="7356764" cy="29495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dirty="0"/>
              <a:t>Brief overview: Competing risks in flexible parametric survival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dirty="0"/>
              <a:t>Worked example:</a:t>
            </a:r>
          </a:p>
          <a:p>
            <a:pPr marL="8953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AU" dirty="0"/>
              <a:t>Data preparation</a:t>
            </a:r>
          </a:p>
          <a:p>
            <a:pPr marL="8953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AU" dirty="0"/>
              <a:t>Fitting </a:t>
            </a:r>
            <a:r>
              <a:rPr lang="en-AU" dirty="0" err="1"/>
              <a:t>flexsurvspline</a:t>
            </a:r>
            <a:endParaRPr lang="en-AU" dirty="0"/>
          </a:p>
          <a:p>
            <a:pPr marL="8953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AU" dirty="0"/>
              <a:t>Cumulative hazard</a:t>
            </a:r>
          </a:p>
          <a:p>
            <a:pPr marL="8953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AU" dirty="0"/>
              <a:t>Probability of events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dirty="0"/>
              <a:t>Data exercise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E5F69-8707-F148-E695-615670242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84CC3-BE0C-CEBD-F38B-144EB2E51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Concepts</a:t>
            </a:r>
          </a:p>
        </p:txBody>
      </p:sp>
    </p:spTree>
    <p:extLst>
      <p:ext uri="{BB962C8B-B14F-4D97-AF65-F5344CB8AC3E}">
        <p14:creationId xmlns:p14="http://schemas.microsoft.com/office/powerpoint/2010/main" val="771906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A6734-A57E-35C0-4524-49B481E37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C0B65F0B-A7CB-0402-D639-8B5E439DA18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7850" y="514350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/>
              <a:t>Recap</a:t>
            </a:r>
            <a:endParaRPr spc="-10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7A5154-5379-0415-8CB6-6744C4ACBAB7}"/>
                  </a:ext>
                </a:extLst>
              </p:cNvPr>
              <p:cNvSpPr txBox="1"/>
              <p:nvPr/>
            </p:nvSpPr>
            <p:spPr>
              <a:xfrm>
                <a:off x="435430" y="987952"/>
                <a:ext cx="8130720" cy="3370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AU" sz="1600" dirty="0"/>
                  <a:t>Flexible parametric survival models</a:t>
                </a:r>
              </a:p>
              <a:p>
                <a:pPr marL="898525" lvl="3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AU" sz="1600" dirty="0"/>
                  <a:t>Model baseline hazard rate directly using restricted cubic splines for better fit</a:t>
                </a:r>
              </a:p>
              <a:p>
                <a:pPr marL="285750" lvl="2" indent="-285750" defTabSz="44608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AU" sz="1600" dirty="0"/>
                  <a:t>Competing risks</a:t>
                </a:r>
              </a:p>
              <a:p>
                <a:pPr marL="898525" lvl="3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AU" sz="1600" dirty="0"/>
                  <a:t>Individual at-risk of more than one type of event, but only experience one of them</a:t>
                </a:r>
              </a:p>
              <a:p>
                <a:pPr marL="898525" lvl="3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AU" sz="1600" dirty="0"/>
                  <a:t>Cause-specific hazard rate: For cause </a:t>
                </a:r>
                <a14:m>
                  <m:oMath xmlns:m="http://schemas.openxmlformats.org/officeDocument/2006/math">
                    <m:r>
                      <a:rPr lang="en-AU" sz="16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AU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AU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AU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AU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AU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AU" sz="1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AU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AU" sz="1600" dirty="0"/>
                  <a:t>, gives the hazard rate at time </a:t>
                </a:r>
                <a14:m>
                  <m:oMath xmlns:m="http://schemas.openxmlformats.org/officeDocument/2006/math">
                    <m:r>
                      <a:rPr lang="en-AU" sz="16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AU" sz="1600" dirty="0"/>
                  <a:t> condition on not having died of cause </a:t>
                </a:r>
                <a14:m>
                  <m:oMath xmlns:m="http://schemas.openxmlformats.org/officeDocument/2006/math">
                    <m:r>
                      <a:rPr lang="en-AU" sz="16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AU" sz="1600" dirty="0"/>
                  <a:t> or of any of the other </a:t>
                </a:r>
                <a14:m>
                  <m:oMath xmlns:m="http://schemas.openxmlformats.org/officeDocument/2006/math">
                    <m:r>
                      <a:rPr lang="en-AU" sz="16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AU" sz="16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AU" sz="1600" dirty="0"/>
                  <a:t> causes of death.</a:t>
                </a:r>
              </a:p>
              <a:p>
                <a:pPr marL="898525" lvl="3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AU" sz="1600" dirty="0"/>
                  <a:t>Events due to competing causes are censored.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7A5154-5379-0415-8CB6-6744C4ACBA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430" y="987952"/>
                <a:ext cx="8130720" cy="3370666"/>
              </a:xfrm>
              <a:prstGeom prst="rect">
                <a:avLst/>
              </a:prstGeom>
              <a:blipFill>
                <a:blip r:embed="rId3"/>
                <a:stretch>
                  <a:fillRect l="-300" b="-1447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1733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EA71D-6B28-7F67-8B40-6BBCEFEAC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B4503971-BA9B-F651-B8DF-325C272C42A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7850" y="514350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/>
              <a:t>Competing risks scenario</a:t>
            </a:r>
            <a:endParaRPr spc="-10" dirty="0">
              <a:solidFill>
                <a:schemeClr val="accent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EEC1A4-E1F3-8C51-BC18-E6BDC1BA16FB}"/>
              </a:ext>
            </a:extLst>
          </p:cNvPr>
          <p:cNvSpPr txBox="1"/>
          <p:nvPr/>
        </p:nvSpPr>
        <p:spPr>
          <a:xfrm>
            <a:off x="1993900" y="4296227"/>
            <a:ext cx="5156200" cy="45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AU" dirty="0"/>
              <a:t>Competing risk model with k causes of death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0C11D-0773-1E83-9A5B-027879EFA1DB}"/>
              </a:ext>
            </a:extLst>
          </p:cNvPr>
          <p:cNvSpPr txBox="1"/>
          <p:nvPr/>
        </p:nvSpPr>
        <p:spPr>
          <a:xfrm>
            <a:off x="1413164" y="2180012"/>
            <a:ext cx="141835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dirty="0"/>
              <a:t>0</a:t>
            </a:r>
          </a:p>
          <a:p>
            <a:endParaRPr lang="en-AU" dirty="0"/>
          </a:p>
          <a:p>
            <a:pPr algn="ctr"/>
            <a:r>
              <a:rPr lang="en-AU" dirty="0"/>
              <a:t>Alive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E8CFF6-3690-E65B-7316-B05B20303A04}"/>
              </a:ext>
            </a:extLst>
          </p:cNvPr>
          <p:cNvSpPr txBox="1"/>
          <p:nvPr/>
        </p:nvSpPr>
        <p:spPr>
          <a:xfrm>
            <a:off x="4916632" y="1027451"/>
            <a:ext cx="190500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dirty="0"/>
              <a:t>1</a:t>
            </a:r>
          </a:p>
          <a:p>
            <a:endParaRPr lang="en-AU" dirty="0"/>
          </a:p>
          <a:p>
            <a:pPr algn="ctr"/>
            <a:r>
              <a:rPr lang="en-AU" dirty="0"/>
              <a:t>Death, cause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C961C6-D46A-2541-FD7A-CB4811760BC5}"/>
              </a:ext>
            </a:extLst>
          </p:cNvPr>
          <p:cNvSpPr txBox="1"/>
          <p:nvPr/>
        </p:nvSpPr>
        <p:spPr>
          <a:xfrm>
            <a:off x="4916633" y="3117756"/>
            <a:ext cx="190500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dirty="0"/>
              <a:t>k</a:t>
            </a:r>
          </a:p>
          <a:p>
            <a:endParaRPr lang="en-AU" dirty="0"/>
          </a:p>
          <a:p>
            <a:pPr algn="ctr"/>
            <a:r>
              <a:rPr lang="en-AU" dirty="0"/>
              <a:t>Death, cause k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0806919-21D2-538C-F632-B0177C0423F6}"/>
              </a:ext>
            </a:extLst>
          </p:cNvPr>
          <p:cNvCxnSpPr>
            <a:cxnSpLocks/>
          </p:cNvCxnSpPr>
          <p:nvPr/>
        </p:nvCxnSpPr>
        <p:spPr>
          <a:xfrm>
            <a:off x="2831523" y="2769247"/>
            <a:ext cx="1678132" cy="81017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B26B22D-C61B-2FA8-5210-DBE3956AA1CA}"/>
              </a:ext>
            </a:extLst>
          </p:cNvPr>
          <p:cNvCxnSpPr>
            <a:cxnSpLocks/>
          </p:cNvCxnSpPr>
          <p:nvPr/>
        </p:nvCxnSpPr>
        <p:spPr>
          <a:xfrm flipV="1">
            <a:off x="2831523" y="1680183"/>
            <a:ext cx="1678132" cy="81017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B2B9CA9-4F3F-5C34-CACF-37406BC88929}"/>
              </a:ext>
            </a:extLst>
          </p:cNvPr>
          <p:cNvSpPr txBox="1"/>
          <p:nvPr/>
        </p:nvSpPr>
        <p:spPr>
          <a:xfrm rot="5400000">
            <a:off x="5719444" y="2248585"/>
            <a:ext cx="539738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endParaRPr lang="en-AU" dirty="0"/>
          </a:p>
          <a:p>
            <a:r>
              <a:rPr lang="en-AU" dirty="0"/>
              <a:t>….</a:t>
            </a:r>
          </a:p>
        </p:txBody>
      </p:sp>
    </p:spTree>
    <p:extLst>
      <p:ext uri="{BB962C8B-B14F-4D97-AF65-F5344CB8AC3E}">
        <p14:creationId xmlns:p14="http://schemas.microsoft.com/office/powerpoint/2010/main" val="2968977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508AB-EA4A-6EFF-31C4-090CFC345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7092B432-D548-9C09-B180-51BE3A3F68E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7850" y="514350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/>
              <a:t>Flexible parametric survival models for competing risks</a:t>
            </a:r>
            <a:endParaRPr spc="-10" dirty="0">
              <a:solidFill>
                <a:schemeClr val="accent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D56034-8EC4-4757-DD4C-13FD7B86EE91}"/>
              </a:ext>
            </a:extLst>
          </p:cNvPr>
          <p:cNvSpPr txBox="1"/>
          <p:nvPr/>
        </p:nvSpPr>
        <p:spPr>
          <a:xfrm>
            <a:off x="506640" y="1134282"/>
            <a:ext cx="8130720" cy="416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1600" dirty="0"/>
              <a:t>We can apply flexible parametric survival models using same approach.</a:t>
            </a:r>
          </a:p>
        </p:txBody>
      </p:sp>
    </p:spTree>
    <p:extLst>
      <p:ext uri="{BB962C8B-B14F-4D97-AF65-F5344CB8AC3E}">
        <p14:creationId xmlns:p14="http://schemas.microsoft.com/office/powerpoint/2010/main" val="3850714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74161-8993-D742-2B1C-8DC4857E9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563B9-46AB-E6E7-D745-D8A49F86F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Worked example</a:t>
            </a:r>
          </a:p>
        </p:txBody>
      </p:sp>
    </p:spTree>
    <p:extLst>
      <p:ext uri="{BB962C8B-B14F-4D97-AF65-F5344CB8AC3E}">
        <p14:creationId xmlns:p14="http://schemas.microsoft.com/office/powerpoint/2010/main" val="76223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3180C-B5D5-F2C1-1179-FE9CF4F1A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3780CD7A-C9B4-6987-3BF6-D29C6FE3C0F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7850" y="514350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/>
              <a:t>Worked example</a:t>
            </a:r>
            <a:endParaRPr spc="-10" dirty="0">
              <a:solidFill>
                <a:schemeClr val="accent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AA3552-3FC4-B15A-1E9A-90356BAB0618}"/>
              </a:ext>
            </a:extLst>
          </p:cNvPr>
          <p:cNvSpPr txBox="1"/>
          <p:nvPr/>
        </p:nvSpPr>
        <p:spPr>
          <a:xfrm>
            <a:off x="435430" y="889238"/>
            <a:ext cx="8130720" cy="7853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1600" dirty="0"/>
              <a:t>Simulated data of 300 individuals.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1600" dirty="0"/>
              <a:t>CVD deaths vs other deaths.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13178B-A488-BA10-B9A8-BDDCBBA8C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43" y="1907013"/>
            <a:ext cx="7694093" cy="258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2718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FDA39-31CF-EF22-8606-05BF8FB7F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364A58F5-2341-C84E-A49E-DF5A24E3650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7850" y="514350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/>
              <a:t>Schematic of competing risks</a:t>
            </a:r>
            <a:endParaRPr spc="-10" dirty="0">
              <a:solidFill>
                <a:schemeClr val="accent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A1986D-3B73-CA1D-A4BB-870EDC2B8620}"/>
              </a:ext>
            </a:extLst>
          </p:cNvPr>
          <p:cNvSpPr txBox="1"/>
          <p:nvPr/>
        </p:nvSpPr>
        <p:spPr>
          <a:xfrm>
            <a:off x="3048075" y="3401776"/>
            <a:ext cx="1678132" cy="45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AU" dirty="0"/>
              <a:t>Trans==1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3F3D88-7F97-D59F-6E73-B95DD240F322}"/>
              </a:ext>
            </a:extLst>
          </p:cNvPr>
          <p:cNvSpPr txBox="1"/>
          <p:nvPr/>
        </p:nvSpPr>
        <p:spPr>
          <a:xfrm>
            <a:off x="1413164" y="2180012"/>
            <a:ext cx="141835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dirty="0"/>
              <a:t>0</a:t>
            </a:r>
          </a:p>
          <a:p>
            <a:endParaRPr lang="en-AU" dirty="0"/>
          </a:p>
          <a:p>
            <a:pPr algn="ctr"/>
            <a:r>
              <a:rPr lang="en-AU" dirty="0"/>
              <a:t>Alive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A3AFA4-1BA3-7FA8-8725-980C88B80F37}"/>
              </a:ext>
            </a:extLst>
          </p:cNvPr>
          <p:cNvSpPr txBox="1"/>
          <p:nvPr/>
        </p:nvSpPr>
        <p:spPr>
          <a:xfrm>
            <a:off x="4916632" y="1027451"/>
            <a:ext cx="190500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dirty="0"/>
              <a:t>State==2</a:t>
            </a:r>
          </a:p>
          <a:p>
            <a:endParaRPr lang="en-AU" dirty="0"/>
          </a:p>
          <a:p>
            <a:pPr algn="ctr"/>
            <a:r>
              <a:rPr lang="en-AU" dirty="0"/>
              <a:t>CVD deaths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7869BD-4F01-1DCB-F036-6C82E8BC7CA6}"/>
              </a:ext>
            </a:extLst>
          </p:cNvPr>
          <p:cNvSpPr txBox="1"/>
          <p:nvPr/>
        </p:nvSpPr>
        <p:spPr>
          <a:xfrm>
            <a:off x="4916633" y="3117756"/>
            <a:ext cx="190500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dirty="0"/>
              <a:t>State==3</a:t>
            </a:r>
          </a:p>
          <a:p>
            <a:endParaRPr lang="en-AU" dirty="0"/>
          </a:p>
          <a:p>
            <a:pPr algn="ctr"/>
            <a:r>
              <a:rPr lang="en-AU" dirty="0"/>
              <a:t>Other deaths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C78179-03D9-EF5C-23DF-0D2A54B4921B}"/>
              </a:ext>
            </a:extLst>
          </p:cNvPr>
          <p:cNvCxnSpPr>
            <a:cxnSpLocks/>
          </p:cNvCxnSpPr>
          <p:nvPr/>
        </p:nvCxnSpPr>
        <p:spPr>
          <a:xfrm>
            <a:off x="2831523" y="2769247"/>
            <a:ext cx="1678132" cy="81017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7F50DE4-F0CF-330F-1FAA-B58320C1701E}"/>
              </a:ext>
            </a:extLst>
          </p:cNvPr>
          <p:cNvCxnSpPr>
            <a:cxnSpLocks/>
          </p:cNvCxnSpPr>
          <p:nvPr/>
        </p:nvCxnSpPr>
        <p:spPr>
          <a:xfrm flipV="1">
            <a:off x="2831523" y="1680183"/>
            <a:ext cx="1678132" cy="81017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63AD199-80CB-F750-E164-DF0CBCD697D7}"/>
              </a:ext>
            </a:extLst>
          </p:cNvPr>
          <p:cNvSpPr txBox="1"/>
          <p:nvPr/>
        </p:nvSpPr>
        <p:spPr>
          <a:xfrm>
            <a:off x="2956215" y="1351390"/>
            <a:ext cx="1678132" cy="45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AU" dirty="0"/>
              <a:t>Trans==1</a:t>
            </a:r>
          </a:p>
        </p:txBody>
      </p:sp>
    </p:spTree>
    <p:extLst>
      <p:ext uri="{BB962C8B-B14F-4D97-AF65-F5344CB8AC3E}">
        <p14:creationId xmlns:p14="http://schemas.microsoft.com/office/powerpoint/2010/main" val="1648936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B40BD-6253-3852-25AC-EA931AC60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F9C17B2A-258C-2207-A62D-77981429E34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7850" y="514350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/>
              <a:t>‘</a:t>
            </a:r>
            <a:r>
              <a:rPr lang="en-AU" dirty="0" err="1"/>
              <a:t>mstate</a:t>
            </a:r>
            <a:r>
              <a:rPr lang="en-AU" dirty="0"/>
              <a:t>’ package</a:t>
            </a:r>
            <a:endParaRPr spc="-10" dirty="0">
              <a:solidFill>
                <a:schemeClr val="accent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9C625D-7565-61DD-C2DB-AD6DD83E9060}"/>
              </a:ext>
            </a:extLst>
          </p:cNvPr>
          <p:cNvSpPr txBox="1"/>
          <p:nvPr/>
        </p:nvSpPr>
        <p:spPr>
          <a:xfrm>
            <a:off x="777297" y="1502289"/>
            <a:ext cx="7589405" cy="872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AU" dirty="0"/>
              <a:t>Functions for data prep, descriptives, estimation and prediction in competing risks and multi-state models.</a:t>
            </a:r>
          </a:p>
        </p:txBody>
      </p:sp>
    </p:spTree>
    <p:extLst>
      <p:ext uri="{BB962C8B-B14F-4D97-AF65-F5344CB8AC3E}">
        <p14:creationId xmlns:p14="http://schemas.microsoft.com/office/powerpoint/2010/main" val="1035328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A8BAF-B68C-5C27-5AEF-426156A4B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40BE8142-615A-FD07-0C7A-1679C9CB1E2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7850" y="514350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/>
              <a:t>Data layout for ‘</a:t>
            </a:r>
            <a:r>
              <a:rPr lang="en-AU" dirty="0" err="1"/>
              <a:t>mstate</a:t>
            </a:r>
            <a:r>
              <a:rPr lang="en-AU" dirty="0"/>
              <a:t>’ package</a:t>
            </a:r>
            <a:endParaRPr spc="-10" dirty="0">
              <a:solidFill>
                <a:schemeClr val="accen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C1B1D3-E566-C9F0-FAF0-05396C3A7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850" y="1382371"/>
            <a:ext cx="7380669" cy="2378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923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5322C-AF5B-E33B-B93A-D979E29E0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80840DF3-85CC-97D2-51EE-6E82500C48D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7850" y="514350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/>
              <a:t>Data output from ‘</a:t>
            </a:r>
            <a:r>
              <a:rPr lang="en-AU" dirty="0" err="1"/>
              <a:t>mstate</a:t>
            </a:r>
            <a:r>
              <a:rPr lang="en-AU" dirty="0"/>
              <a:t>’ package</a:t>
            </a:r>
            <a:endParaRPr spc="-10" dirty="0">
              <a:solidFill>
                <a:schemeClr val="accent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2BB5AC-B60D-3DD4-57BB-0CEEE91C764B}"/>
              </a:ext>
            </a:extLst>
          </p:cNvPr>
          <p:cNvSpPr txBox="1"/>
          <p:nvPr/>
        </p:nvSpPr>
        <p:spPr>
          <a:xfrm>
            <a:off x="424600" y="896506"/>
            <a:ext cx="8141550" cy="232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#Transition matrix - 2 death outcomes</a:t>
            </a:r>
          </a:p>
          <a:p>
            <a:pPr>
              <a:lnSpc>
                <a:spcPct val="150000"/>
              </a:lnSpc>
            </a:pP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tmat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transMat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(x = list(c(2,3), c(), c()), names=c("Alive", "CVD death", "Other death"))</a:t>
            </a:r>
          </a:p>
          <a:p>
            <a:pPr>
              <a:lnSpc>
                <a:spcPct val="150000"/>
              </a:lnSpc>
            </a:pPr>
            <a:r>
              <a:rPr lang="en-A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#Reshape using </a:t>
            </a:r>
            <a:r>
              <a:rPr lang="en-A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msprep</a:t>
            </a:r>
            <a:endParaRPr lang="en-A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A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cvd_death_msp</a:t>
            </a:r>
            <a:r>
              <a:rPr lang="en-A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A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msprep</a:t>
            </a:r>
            <a:r>
              <a:rPr lang="en-A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(data=</a:t>
            </a:r>
            <a:r>
              <a:rPr lang="en-A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cvd_death</a:t>
            </a:r>
            <a:r>
              <a:rPr lang="en-A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trans=</a:t>
            </a:r>
            <a:r>
              <a:rPr lang="en-A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tmat</a:t>
            </a:r>
            <a:r>
              <a:rPr lang="en-A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time=c(NA, "</a:t>
            </a:r>
            <a:r>
              <a:rPr lang="en-A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time_cvdd</a:t>
            </a:r>
            <a:r>
              <a:rPr lang="en-A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A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time_othd</a:t>
            </a:r>
            <a:r>
              <a:rPr lang="en-A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"), status=c(NA, "</a:t>
            </a:r>
            <a:r>
              <a:rPr lang="en-A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status_cvdd</a:t>
            </a:r>
            <a:r>
              <a:rPr lang="en-A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A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status_othd</a:t>
            </a:r>
            <a:r>
              <a:rPr lang="en-A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"), keep=c("age", "</a:t>
            </a:r>
            <a:r>
              <a:rPr lang="en-A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cvd</a:t>
            </a:r>
            <a:r>
              <a:rPr lang="en-A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A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diab</a:t>
            </a:r>
            <a:r>
              <a:rPr lang="en-A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“</a:t>
            </a:r>
            <a:r>
              <a:rPr lang="en-A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malesex</a:t>
            </a:r>
            <a:r>
              <a:rPr lang="en-A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A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ses</a:t>
            </a:r>
            <a:r>
              <a:rPr lang="en-A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"))</a:t>
            </a:r>
          </a:p>
        </p:txBody>
      </p:sp>
    </p:spTree>
    <p:extLst>
      <p:ext uri="{BB962C8B-B14F-4D97-AF65-F5344CB8AC3E}">
        <p14:creationId xmlns:p14="http://schemas.microsoft.com/office/powerpoint/2010/main" val="4117525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94BC4-FB1A-B68A-7678-0A64B76E9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430AEDEF-4A5C-81AA-5713-C7FFC15A8D1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7850" y="514350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/>
              <a:t>Data output from ‘</a:t>
            </a:r>
            <a:r>
              <a:rPr lang="en-AU" dirty="0" err="1"/>
              <a:t>mstate</a:t>
            </a:r>
            <a:r>
              <a:rPr lang="en-AU" dirty="0"/>
              <a:t>’ package</a:t>
            </a:r>
            <a:endParaRPr spc="-10" dirty="0">
              <a:solidFill>
                <a:schemeClr val="accen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6A5476-0FF9-45CC-A7FC-A8F37844B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611" y="1394681"/>
            <a:ext cx="5796224" cy="2785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184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BF203-4A22-187A-B73F-8D9331DAD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3FF25F29-C9B6-170F-D928-FAD87A20525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8116" y="316388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 err="1"/>
              <a:t>flexsurvspline</a:t>
            </a:r>
            <a:endParaRPr spc="-1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9F961D-6001-7E9F-F398-E8B230DA69E0}"/>
              </a:ext>
            </a:extLst>
          </p:cNvPr>
          <p:cNvSpPr txBox="1"/>
          <p:nvPr/>
        </p:nvSpPr>
        <p:spPr>
          <a:xfrm>
            <a:off x="458116" y="1019808"/>
            <a:ext cx="79883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#Fit separate models for each cause of death</a:t>
            </a:r>
          </a:p>
          <a:p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fs_cvdd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flexsurvspline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Surv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Tstart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Tstop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status) ~ age10 + 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cvd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diab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malesex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ses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trt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cvd_death_msp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subset=(trans==1), k=1, scale="hazard")</a:t>
            </a:r>
          </a:p>
          <a:p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fs_cvdd</a:t>
            </a:r>
            <a:endParaRPr lang="en-AU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AU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fs_othd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flexsurvspline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Surv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Tstart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Tstop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status) ~ age10 + 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cvd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diab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malesex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ses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trt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cvd_death_msp</a:t>
            </a:r>
            <a:r>
              <a:rPr lang="en-AU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subset=(trans==2), k=1, scale="hazard")</a:t>
            </a:r>
          </a:p>
          <a:p>
            <a:r>
              <a:rPr lang="en-AU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fs_othd</a:t>
            </a:r>
            <a:endParaRPr lang="en-AU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586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63440-6BA5-AA2B-3420-48B2A2E53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D4D169B7-EAC8-163E-5ED3-0222C3F9345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8116" y="316388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 err="1"/>
              <a:t>Flexsurvspline</a:t>
            </a:r>
            <a:r>
              <a:rPr lang="en-AU" dirty="0"/>
              <a:t> – CVD deaths</a:t>
            </a:r>
            <a:endParaRPr spc="-10" dirty="0">
              <a:solidFill>
                <a:schemeClr val="accent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8B1B29-B10A-DD2E-ED0E-F0CFF18E9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16" y="1423540"/>
            <a:ext cx="8122532" cy="2333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931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B22B9-BA86-3749-25E4-1014A2926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49E41429-1297-2FC6-7765-788A6C56636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8116" y="316388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 err="1"/>
              <a:t>Flexsurvspline</a:t>
            </a:r>
            <a:r>
              <a:rPr lang="en-AU" dirty="0"/>
              <a:t> – Other deaths</a:t>
            </a:r>
            <a:endParaRPr spc="-10" dirty="0">
              <a:solidFill>
                <a:schemeClr val="accen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C39C23-42F3-5C3A-6E5F-EFE629D6D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185" y="1323678"/>
            <a:ext cx="8098927" cy="2268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6677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90490-DFFF-5895-AFA4-748216611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355F10B5-2900-80E3-6182-B18DA4F84FD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8116" y="316388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/>
              <a:t>Cumulative hazard</a:t>
            </a:r>
            <a:endParaRPr spc="-10" dirty="0">
              <a:solidFill>
                <a:schemeClr val="accent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E3BF7E-36BC-33AA-120E-E19FA18B1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1464" y="816469"/>
            <a:ext cx="6604952" cy="4223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5423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F9B09-EBD0-6421-487F-C2B5472B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CCAD25A8-06B1-151B-E759-61A836F399F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8116" y="316388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/>
              <a:t>Probability of deaths</a:t>
            </a:r>
            <a:endParaRPr spc="-10" dirty="0">
              <a:solidFill>
                <a:schemeClr val="accen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4F6C5B-D0F6-2EA5-3187-0D983F42EC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296" y="888274"/>
            <a:ext cx="5876902" cy="4087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9235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1C465-A352-9806-9200-5D49252B1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A5A2A-1C1A-B93D-3C11-D7B95BF17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 exercise</a:t>
            </a:r>
          </a:p>
        </p:txBody>
      </p:sp>
    </p:spTree>
    <p:extLst>
      <p:ext uri="{BB962C8B-B14F-4D97-AF65-F5344CB8AC3E}">
        <p14:creationId xmlns:p14="http://schemas.microsoft.com/office/powerpoint/2010/main" val="38208148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6AA12-9A33-2529-00C7-B30537A7D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: 1">
            <a:extLst>
              <a:ext uri="{FF2B5EF4-FFF2-40B4-BE49-F238E27FC236}">
                <a16:creationId xmlns:a16="http://schemas.microsoft.com/office/drawing/2014/main" id="{C35EDECA-4B6A-7A72-A616-EE8EF094FF0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7850" y="514350"/>
            <a:ext cx="79883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AU" dirty="0"/>
              <a:t>Data example</a:t>
            </a:r>
            <a:endParaRPr spc="-10" dirty="0">
              <a:solidFill>
                <a:schemeClr val="accent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5F4723-FBFF-7636-088D-6E753265857D}"/>
              </a:ext>
            </a:extLst>
          </p:cNvPr>
          <p:cNvSpPr txBox="1"/>
          <p:nvPr/>
        </p:nvSpPr>
        <p:spPr>
          <a:xfrm>
            <a:off x="435430" y="889238"/>
            <a:ext cx="8130720" cy="7853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AU" sz="1600" dirty="0"/>
              <a:t>Real data (perturbed) of ~6500 dialysis patients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AU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91611F-162E-5208-0CF0-3EE1C192BBFE}"/>
              </a:ext>
            </a:extLst>
          </p:cNvPr>
          <p:cNvSpPr txBox="1"/>
          <p:nvPr/>
        </p:nvSpPr>
        <p:spPr>
          <a:xfrm>
            <a:off x="1302327" y="1752158"/>
            <a:ext cx="682567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400" b="1" dirty="0"/>
              <a:t>Variables</a:t>
            </a:r>
          </a:p>
          <a:p>
            <a:r>
              <a:rPr lang="en-AU" sz="1400" dirty="0"/>
              <a:t>id: Unique patient identifier</a:t>
            </a:r>
          </a:p>
          <a:p>
            <a:r>
              <a:rPr lang="en-AU" sz="1400" dirty="0"/>
              <a:t>time0: Start of being at risk (i.e. dialysis start date)</a:t>
            </a:r>
          </a:p>
          <a:p>
            <a:r>
              <a:rPr lang="en-AU" sz="1400" dirty="0"/>
              <a:t>time: Follow-up time (i.e. death or last known follow-up)</a:t>
            </a:r>
          </a:p>
          <a:p>
            <a:r>
              <a:rPr lang="en-AU" sz="1400" dirty="0"/>
              <a:t>deaths: indicator of death (2==CVD deaths, 3==Other death, 0==Still alive)</a:t>
            </a:r>
          </a:p>
          <a:p>
            <a:r>
              <a:rPr lang="en-AU" sz="1400" dirty="0"/>
              <a:t>status: Event indicator (1==event occurred, 0==censored)</a:t>
            </a:r>
          </a:p>
          <a:p>
            <a:r>
              <a:rPr lang="en-AU" sz="1400" dirty="0"/>
              <a:t>age: age in years at dialysis start</a:t>
            </a:r>
          </a:p>
          <a:p>
            <a:r>
              <a:rPr lang="en-AU" sz="1400" dirty="0" err="1"/>
              <a:t>malesex</a:t>
            </a:r>
            <a:r>
              <a:rPr lang="en-AU" sz="1400" dirty="0"/>
              <a:t>: indicator for male sex (1==male, 0==female)</a:t>
            </a:r>
          </a:p>
          <a:p>
            <a:r>
              <a:rPr lang="en-AU" sz="1400" dirty="0"/>
              <a:t>smoking: smoking status (C==current, N==never, F==former)</a:t>
            </a:r>
          </a:p>
          <a:p>
            <a:r>
              <a:rPr lang="en-AU" sz="1400" dirty="0"/>
              <a:t>late: referral for kidney failure was late (1==late referral, 0==Not late referral)</a:t>
            </a:r>
          </a:p>
        </p:txBody>
      </p:sp>
    </p:spTree>
    <p:extLst>
      <p:ext uri="{BB962C8B-B14F-4D97-AF65-F5344CB8AC3E}">
        <p14:creationId xmlns:p14="http://schemas.microsoft.com/office/powerpoint/2010/main" val="2977521402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Acknowledgement of Country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pter break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Graphic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ontent slides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Updates_No accent bar">
  <a:themeElements>
    <a:clrScheme name="University of Sydney 2022_2">
      <a:dk1>
        <a:srgbClr val="000000"/>
      </a:dk1>
      <a:lt1>
        <a:srgbClr val="FFFFFF"/>
      </a:lt1>
      <a:dk2>
        <a:srgbClr val="414141"/>
      </a:dk2>
      <a:lt2>
        <a:srgbClr val="FCEDE2"/>
      </a:lt2>
      <a:accent1>
        <a:srgbClr val="E64626"/>
      </a:accent1>
      <a:accent2>
        <a:srgbClr val="414141"/>
      </a:accent2>
      <a:accent3>
        <a:srgbClr val="71A399"/>
      </a:accent3>
      <a:accent4>
        <a:srgbClr val="DAA8A2"/>
      </a:accent4>
      <a:accent5>
        <a:srgbClr val="8F9EC9"/>
      </a:accent5>
      <a:accent6>
        <a:srgbClr val="1A345E"/>
      </a:accent6>
      <a:hlink>
        <a:srgbClr val="E64626"/>
      </a:hlink>
      <a:folHlink>
        <a:srgbClr val="F051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342e17a-d69a-4a7c-aca9-8c457aad35e5">
      <Terms xmlns="http://schemas.microsoft.com/office/infopath/2007/PartnerControls"/>
    </lcf76f155ced4ddcb4097134ff3c332f>
    <TaxCatchAll xmlns="b4ec80fd-8431-40c0-a290-862af3148ca3" xsi:nil="true"/>
    <Reportpage xmlns="7342e17a-d69a-4a7c-aca9-8c457aad35e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592580B121D5040ACF1C3BB881AB73F" ma:contentTypeVersion="14" ma:contentTypeDescription="Create a new document." ma:contentTypeScope="" ma:versionID="1091cb38004b44c441a10ca9df3dc410">
  <xsd:schema xmlns:xsd="http://www.w3.org/2001/XMLSchema" xmlns:xs="http://www.w3.org/2001/XMLSchema" xmlns:p="http://schemas.microsoft.com/office/2006/metadata/properties" xmlns:ns2="7342e17a-d69a-4a7c-aca9-8c457aad35e5" xmlns:ns3="b4ec80fd-8431-40c0-a290-862af3148ca3" targetNamespace="http://schemas.microsoft.com/office/2006/metadata/properties" ma:root="true" ma:fieldsID="fcf02c74aee6b19046370ebc49fc1b2d" ns2:_="" ns3:_="">
    <xsd:import namespace="7342e17a-d69a-4a7c-aca9-8c457aad35e5"/>
    <xsd:import namespace="b4ec80fd-8431-40c0-a290-862af3148ca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MediaLengthInSeconds" minOccurs="0"/>
                <xsd:element ref="ns2:Reportpag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42e17a-d69a-4a7c-aca9-8c457aad35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7b492977-2dea-498c-99b4-1555f3d0d96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Reportpage" ma:index="21" nillable="true" ma:displayName="Report page" ma:format="Dropdown" ma:internalName="Reportpage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ec80fd-8431-40c0-a290-862af3148ca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73a6383-9aee-48ca-96a5-76a7fec42c51}" ma:internalName="TaxCatchAll" ma:showField="CatchAllData" ma:web="b4ec80fd-8431-40c0-a290-862af3148ca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1D04B00-E890-4682-9295-DDD3DDE8268D}">
  <ds:schemaRefs>
    <ds:schemaRef ds:uri="http://purl.org/dc/dcmitype/"/>
    <ds:schemaRef ds:uri="b4ec80fd-8431-40c0-a290-862af3148ca3"/>
    <ds:schemaRef ds:uri="http://schemas.microsoft.com/office/2006/metadata/properties"/>
    <ds:schemaRef ds:uri="http://schemas.microsoft.com/office/2006/documentManagement/types"/>
    <ds:schemaRef ds:uri="http://purl.org/dc/terms/"/>
    <ds:schemaRef ds:uri="7342e17a-d69a-4a7c-aca9-8c457aad35e5"/>
    <ds:schemaRef ds:uri="http://purl.org/dc/elements/1.1/"/>
    <ds:schemaRef ds:uri="http://schemas.microsoft.com/office/infopath/2007/PartnerControls"/>
    <ds:schemaRef ds:uri="http://www.w3.org/XML/1998/namespace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959B7B7D-D26A-4C33-826F-DADE54E4FDF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EC600DA-0CD9-417B-AFD4-46018338836A}">
  <ds:schemaRefs>
    <ds:schemaRef ds:uri="7342e17a-d69a-4a7c-aca9-8c457aad35e5"/>
    <ds:schemaRef ds:uri="b4ec80fd-8431-40c0-a290-862af3148ca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82b3e37e-8171-485d-b10b-38dae7ed14a8}" enabled="0" method="" siteId="{82b3e37e-8171-485d-b10b-38dae7ed14a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5829</TotalTime>
  <Words>660</Words>
  <Application>Microsoft Office PowerPoint</Application>
  <PresentationFormat>On-screen Show (16:9)</PresentationFormat>
  <Paragraphs>101</Paragraphs>
  <Slides>21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21</vt:i4>
      </vt:variant>
    </vt:vector>
  </HeadingPairs>
  <TitlesOfParts>
    <vt:vector size="35" baseType="lpstr">
      <vt:lpstr>Arial</vt:lpstr>
      <vt:lpstr>Calibri</vt:lpstr>
      <vt:lpstr>Cambria Math</vt:lpstr>
      <vt:lpstr>Courier New</vt:lpstr>
      <vt:lpstr>System Font Regular</vt:lpstr>
      <vt:lpstr>Times</vt:lpstr>
      <vt:lpstr>Times New Roman</vt:lpstr>
      <vt:lpstr>Wingdings</vt:lpstr>
      <vt:lpstr>Title slides</vt:lpstr>
      <vt:lpstr>Acknowledgement of Country</vt:lpstr>
      <vt:lpstr>Chapter break</vt:lpstr>
      <vt:lpstr>Graphic slides</vt:lpstr>
      <vt:lpstr>Content slides</vt:lpstr>
      <vt:lpstr>Updates_No accent bar</vt:lpstr>
      <vt:lpstr>PowerPoint Presentation</vt:lpstr>
      <vt:lpstr>Day 2: Advanced survival course  Flexible parametric survival models (continued)</vt:lpstr>
      <vt:lpstr>Overview</vt:lpstr>
      <vt:lpstr>Concepts</vt:lpstr>
      <vt:lpstr>Recap</vt:lpstr>
      <vt:lpstr>Competing risks scenario</vt:lpstr>
      <vt:lpstr>Flexible parametric survival models for competing risks</vt:lpstr>
      <vt:lpstr>Worked example</vt:lpstr>
      <vt:lpstr>Worked example</vt:lpstr>
      <vt:lpstr>Schematic of competing risks</vt:lpstr>
      <vt:lpstr>‘mstate’ package</vt:lpstr>
      <vt:lpstr>Data layout for ‘mstate’ package</vt:lpstr>
      <vt:lpstr>Data output from ‘mstate’ package</vt:lpstr>
      <vt:lpstr>Data output from ‘mstate’ package</vt:lpstr>
      <vt:lpstr>flexsurvspline</vt:lpstr>
      <vt:lpstr>Flexsurvspline – CVD deaths</vt:lpstr>
      <vt:lpstr>Flexsurvspline – Other deaths</vt:lpstr>
      <vt:lpstr>Cumulative hazard</vt:lpstr>
      <vt:lpstr>Probability of deaths</vt:lpstr>
      <vt:lpstr>Data exercise</vt:lpstr>
      <vt:lpstr>Data example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De La Mata</dc:creator>
  <cp:lastModifiedBy>Nicole De La Mata</cp:lastModifiedBy>
  <cp:revision>8</cp:revision>
  <dcterms:created xsi:type="dcterms:W3CDTF">2022-10-08T02:11:21Z</dcterms:created>
  <dcterms:modified xsi:type="dcterms:W3CDTF">2026-02-25T19:54:51Z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2022-10-08T00:00:00Z</vt:filetime>
  </property>
  <property fmtid="{D5CDD505-2E9C-101B-9397-08002B2CF9AE}" pid="3" name="Creator">
    <vt:lpwstr>Adobe InDesign 17.0 (Macintosh)</vt:lpwstr>
  </property>
  <property fmtid="{D5CDD505-2E9C-101B-9397-08002B2CF9AE}" pid="4" name="LastSaved">
    <vt:filetime>2022-10-08T00:00:00Z</vt:filetime>
  </property>
  <property fmtid="{D5CDD505-2E9C-101B-9397-08002B2CF9AE}" pid="5" name="Producer">
    <vt:lpwstr>Adobe PDF Library 16.0.3</vt:lpwstr>
  </property>
  <property fmtid="{D5CDD505-2E9C-101B-9397-08002B2CF9AE}" pid="6" name="ContentTypeId">
    <vt:lpwstr>0x0101002592580B121D5040ACF1C3BB881AB73F</vt:lpwstr>
  </property>
  <property fmtid="{D5CDD505-2E9C-101B-9397-08002B2CF9AE}" pid="7" name="MediaServiceImageTags">
    <vt:lpwstr/>
  </property>
</Properties>
</file>