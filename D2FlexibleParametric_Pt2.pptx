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2" r:id="rId4"/>
    <p:sldMasterId id="2147483713" r:id="rId5"/>
    <p:sldMasterId id="2147483720" r:id="rId6"/>
    <p:sldMasterId id="2147483725" r:id="rId7"/>
    <p:sldMasterId id="2147483648" r:id="rId8"/>
    <p:sldMasterId id="2147483753" r:id="rId9"/>
  </p:sldMasterIdLst>
  <p:notesMasterIdLst>
    <p:notesMasterId r:id="rId31"/>
  </p:notesMasterIdLst>
  <p:sldIdLst>
    <p:sldId id="520" r:id="rId10"/>
    <p:sldId id="540" r:id="rId11"/>
    <p:sldId id="256" r:id="rId12"/>
    <p:sldId id="572" r:id="rId13"/>
    <p:sldId id="541" r:id="rId14"/>
    <p:sldId id="545" r:id="rId15"/>
    <p:sldId id="546" r:id="rId16"/>
    <p:sldId id="573" r:id="rId17"/>
    <p:sldId id="542" r:id="rId18"/>
    <p:sldId id="575" r:id="rId19"/>
    <p:sldId id="574" r:id="rId20"/>
    <p:sldId id="576" r:id="rId21"/>
    <p:sldId id="577" r:id="rId22"/>
    <p:sldId id="578" r:id="rId23"/>
    <p:sldId id="579" r:id="rId24"/>
    <p:sldId id="581" r:id="rId25"/>
    <p:sldId id="582" r:id="rId26"/>
    <p:sldId id="580" r:id="rId27"/>
    <p:sldId id="583" r:id="rId28"/>
    <p:sldId id="584" r:id="rId29"/>
    <p:sldId id="585" r:id="rId3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D3551D-6E56-3115-7C93-54B8F2867FCD}" name="Dawn Leyland" initials="" userId="S::dawn.leyland@sydney.edu.au::0156b27b-d76c-496f-804d-eaf682773965" providerId="AD"/>
  <p188:author id="{B9ADBDA8-FF4E-24E2-FA2D-2D70436F6A6D}" name="Andrew Brettell" initials="AB" userId="S::andrew.brettell@sydney.edu.au::f44c2514-c849-4e7a-8552-86c664d14e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E1"/>
    <a:srgbClr val="414141"/>
    <a:srgbClr val="000000"/>
    <a:srgbClr val="873D35"/>
    <a:srgbClr val="8F9EC9"/>
    <a:srgbClr val="1A345E"/>
    <a:srgbClr val="DAA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53C9D-DA48-467A-93FA-C4B9220F3049}" v="149" dt="2026-02-24T23:29:21.08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6895" autoAdjust="0"/>
  </p:normalViewPr>
  <p:slideViewPr>
    <p:cSldViewPr snapToGrid="0">
      <p:cViewPr varScale="1">
        <p:scale>
          <a:sx n="68" d="100"/>
          <a:sy n="68" d="100"/>
        </p:scale>
        <p:origin x="116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microsoft.com/office/2016/11/relationships/changesInfo" Target="changesInfos/changesInfo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De La Mata" userId="878a281c-078f-44b6-973f-8ffac8d417e1" providerId="ADAL" clId="{79196F8A-5B65-4817-BD1C-5897143AED69}"/>
    <pc:docChg chg="undo custSel addSld delSld modSld sldOrd">
      <pc:chgData name="Nicole De La Mata" userId="878a281c-078f-44b6-973f-8ffac8d417e1" providerId="ADAL" clId="{79196F8A-5B65-4817-BD1C-5897143AED69}" dt="2026-02-27T00:10:32.976" v="1602" actId="20577"/>
      <pc:docMkLst>
        <pc:docMk/>
      </pc:docMkLst>
      <pc:sldChg chg="modSp mod modNotesTx">
        <pc:chgData name="Nicole De La Mata" userId="878a281c-078f-44b6-973f-8ffac8d417e1" providerId="ADAL" clId="{79196F8A-5B65-4817-BD1C-5897143AED69}" dt="2026-02-25T11:03:12.263" v="1595" actId="12"/>
        <pc:sldMkLst>
          <pc:docMk/>
          <pc:sldMk cId="0" sldId="256"/>
        </pc:sldMkLst>
        <pc:spChg chg="mod">
          <ac:chgData name="Nicole De La Mata" userId="878a281c-078f-44b6-973f-8ffac8d417e1" providerId="ADAL" clId="{79196F8A-5B65-4817-BD1C-5897143AED69}" dt="2026-02-25T11:03:12.263" v="1595" actId="12"/>
          <ac:spMkLst>
            <pc:docMk/>
            <pc:sldMk cId="0" sldId="256"/>
            <ac:spMk id="3" creationId="{B5363EE7-1EC4-CA11-AC1E-77F327D977C9}"/>
          </ac:spMkLst>
        </pc:spChg>
      </pc:sldChg>
      <pc:sldChg chg="modSp add mod modNotesTx">
        <pc:chgData name="Nicole De La Mata" userId="878a281c-078f-44b6-973f-8ffac8d417e1" providerId="ADAL" clId="{79196F8A-5B65-4817-BD1C-5897143AED69}" dt="2026-02-22T09:42:31.268" v="632" actId="20577"/>
        <pc:sldMkLst>
          <pc:docMk/>
          <pc:sldMk cId="471733717" sldId="541"/>
        </pc:sldMkLst>
        <pc:spChg chg="mod">
          <ac:chgData name="Nicole De La Mata" userId="878a281c-078f-44b6-973f-8ffac8d417e1" providerId="ADAL" clId="{79196F8A-5B65-4817-BD1C-5897143AED69}" dt="2026-02-22T09:25:11.209" v="82" actId="20577"/>
          <ac:spMkLst>
            <pc:docMk/>
            <pc:sldMk cId="471733717" sldId="541"/>
            <ac:spMk id="2" creationId="{C0B65F0B-A7CB-0402-D639-8B5E439DA187}"/>
          </ac:spMkLst>
        </pc:spChg>
        <pc:spChg chg="mod">
          <ac:chgData name="Nicole De La Mata" userId="878a281c-078f-44b6-973f-8ffac8d417e1" providerId="ADAL" clId="{79196F8A-5B65-4817-BD1C-5897143AED69}" dt="2026-02-22T09:41:52.884" v="587" actId="1076"/>
          <ac:spMkLst>
            <pc:docMk/>
            <pc:sldMk cId="471733717" sldId="541"/>
            <ac:spMk id="3" creationId="{B87A5154-5379-0415-8CB6-6744C4ACBAB7}"/>
          </ac:spMkLst>
        </pc:spChg>
      </pc:sldChg>
      <pc:sldChg chg="addSp delSp modSp add mod">
        <pc:chgData name="Nicole De La Mata" userId="878a281c-078f-44b6-973f-8ffac8d417e1" providerId="ADAL" clId="{79196F8A-5B65-4817-BD1C-5897143AED69}" dt="2026-02-25T10:26:14.333" v="1299" actId="1076"/>
        <pc:sldMkLst>
          <pc:docMk/>
          <pc:sldMk cId="572718469" sldId="542"/>
        </pc:sldMkLst>
        <pc:spChg chg="mod">
          <ac:chgData name="Nicole De La Mata" userId="878a281c-078f-44b6-973f-8ffac8d417e1" providerId="ADAL" clId="{79196F8A-5B65-4817-BD1C-5897143AED69}" dt="2026-02-22T09:43:42.675" v="672" actId="20577"/>
          <ac:spMkLst>
            <pc:docMk/>
            <pc:sldMk cId="572718469" sldId="542"/>
            <ac:spMk id="2" creationId="{3780CD7A-C9B4-6987-3BF6-D29C6FE3C0FA}"/>
          </ac:spMkLst>
        </pc:spChg>
        <pc:spChg chg="mod">
          <ac:chgData name="Nicole De La Mata" userId="878a281c-078f-44b6-973f-8ffac8d417e1" providerId="ADAL" clId="{79196F8A-5B65-4817-BD1C-5897143AED69}" dt="2026-02-22T09:52:37.872" v="798" actId="20577"/>
          <ac:spMkLst>
            <pc:docMk/>
            <pc:sldMk cId="572718469" sldId="542"/>
            <ac:spMk id="3" creationId="{59AA3552-3FC4-B15A-1E9A-90356BAB0618}"/>
          </ac:spMkLst>
        </pc:spChg>
        <pc:picChg chg="add mod">
          <ac:chgData name="Nicole De La Mata" userId="878a281c-078f-44b6-973f-8ffac8d417e1" providerId="ADAL" clId="{79196F8A-5B65-4817-BD1C-5897143AED69}" dt="2026-02-25T10:26:14.333" v="1299" actId="1076"/>
          <ac:picMkLst>
            <pc:docMk/>
            <pc:sldMk cId="572718469" sldId="542"/>
            <ac:picMk id="6" creationId="{6D13178B-A488-BA10-B9A8-BDDCBBA8CB0B}"/>
          </ac:picMkLst>
        </pc:picChg>
      </pc:sldChg>
      <pc:sldChg chg="modSp add mod modNotesTx">
        <pc:chgData name="Nicole De La Mata" userId="878a281c-078f-44b6-973f-8ffac8d417e1" providerId="ADAL" clId="{79196F8A-5B65-4817-BD1C-5897143AED69}" dt="2026-02-22T09:43:24.445" v="658" actId="6549"/>
        <pc:sldMkLst>
          <pc:docMk/>
          <pc:sldMk cId="2968977614" sldId="545"/>
        </pc:sldMkLst>
        <pc:spChg chg="mod">
          <ac:chgData name="Nicole De La Mata" userId="878a281c-078f-44b6-973f-8ffac8d417e1" providerId="ADAL" clId="{79196F8A-5B65-4817-BD1C-5897143AED69}" dt="2026-02-22T09:43:18.999" v="657" actId="20577"/>
          <ac:spMkLst>
            <pc:docMk/>
            <pc:sldMk cId="2968977614" sldId="545"/>
            <ac:spMk id="2" creationId="{B4503971-BA9B-F651-B8DF-325C272C42A4}"/>
          </ac:spMkLst>
        </pc:spChg>
      </pc:sldChg>
      <pc:sldChg chg="modSp add mod ord">
        <pc:chgData name="Nicole De La Mata" userId="878a281c-078f-44b6-973f-8ffac8d417e1" providerId="ADAL" clId="{79196F8A-5B65-4817-BD1C-5897143AED69}" dt="2026-02-25T09:50:37.120" v="1225" actId="1076"/>
        <pc:sldMkLst>
          <pc:docMk/>
          <pc:sldMk cId="3850714766" sldId="546"/>
        </pc:sldMkLst>
        <pc:spChg chg="mod">
          <ac:chgData name="Nicole De La Mata" userId="878a281c-078f-44b6-973f-8ffac8d417e1" providerId="ADAL" clId="{79196F8A-5B65-4817-BD1C-5897143AED69}" dt="2026-02-24T19:49:22.364" v="858" actId="20577"/>
          <ac:spMkLst>
            <pc:docMk/>
            <pc:sldMk cId="3850714766" sldId="546"/>
            <ac:spMk id="2" creationId="{7092B432-D548-9C09-B180-51BE3A3F68EF}"/>
          </ac:spMkLst>
        </pc:spChg>
        <pc:spChg chg="mod">
          <ac:chgData name="Nicole De La Mata" userId="878a281c-078f-44b6-973f-8ffac8d417e1" providerId="ADAL" clId="{79196F8A-5B65-4817-BD1C-5897143AED69}" dt="2026-02-25T09:50:37.120" v="1225" actId="1076"/>
          <ac:spMkLst>
            <pc:docMk/>
            <pc:sldMk cId="3850714766" sldId="546"/>
            <ac:spMk id="3" creationId="{02D56034-8EC4-4757-DD4C-13FD7B86EE91}"/>
          </ac:spMkLst>
        </pc:spChg>
      </pc:sldChg>
      <pc:sldChg chg="modSp add mod">
        <pc:chgData name="Nicole De La Mata" userId="878a281c-078f-44b6-973f-8ffac8d417e1" providerId="ADAL" clId="{79196F8A-5B65-4817-BD1C-5897143AED69}" dt="2026-02-24T20:32:22.432" v="944" actId="20577"/>
        <pc:sldMkLst>
          <pc:docMk/>
          <pc:sldMk cId="771906129" sldId="572"/>
        </pc:sldMkLst>
        <pc:spChg chg="mod">
          <ac:chgData name="Nicole De La Mata" userId="878a281c-078f-44b6-973f-8ffac8d417e1" providerId="ADAL" clId="{79196F8A-5B65-4817-BD1C-5897143AED69}" dt="2026-02-24T20:32:22.432" v="944" actId="20577"/>
          <ac:spMkLst>
            <pc:docMk/>
            <pc:sldMk cId="771906129" sldId="572"/>
            <ac:spMk id="2" creationId="{24C84CC3-BE0C-CEBD-F38B-144EB2E51215}"/>
          </ac:spMkLst>
        </pc:spChg>
      </pc:sldChg>
      <pc:sldChg chg="modSp add mod ord">
        <pc:chgData name="Nicole De La Mata" userId="878a281c-078f-44b6-973f-8ffac8d417e1" providerId="ADAL" clId="{79196F8A-5B65-4817-BD1C-5897143AED69}" dt="2026-02-24T20:32:41.815" v="961" actId="20577"/>
        <pc:sldMkLst>
          <pc:docMk/>
          <pc:sldMk cId="762231965" sldId="573"/>
        </pc:sldMkLst>
        <pc:spChg chg="mod">
          <ac:chgData name="Nicole De La Mata" userId="878a281c-078f-44b6-973f-8ffac8d417e1" providerId="ADAL" clId="{79196F8A-5B65-4817-BD1C-5897143AED69}" dt="2026-02-24T20:32:41.815" v="961" actId="20577"/>
          <ac:spMkLst>
            <pc:docMk/>
            <pc:sldMk cId="762231965" sldId="573"/>
            <ac:spMk id="2" creationId="{E5B563B9-46AB-E6E7-D745-D8A49F86FAD2}"/>
          </ac:spMkLst>
        </pc:spChg>
      </pc:sldChg>
      <pc:sldChg chg="addSp delSp modSp add mod">
        <pc:chgData name="Nicole De La Mata" userId="878a281c-078f-44b6-973f-8ffac8d417e1" providerId="ADAL" clId="{79196F8A-5B65-4817-BD1C-5897143AED69}" dt="2026-02-24T22:38:20.417" v="1090"/>
        <pc:sldMkLst>
          <pc:docMk/>
          <pc:sldMk cId="1035328112" sldId="574"/>
        </pc:sldMkLst>
        <pc:spChg chg="mod">
          <ac:chgData name="Nicole De La Mata" userId="878a281c-078f-44b6-973f-8ffac8d417e1" providerId="ADAL" clId="{79196F8A-5B65-4817-BD1C-5897143AED69}" dt="2026-02-24T22:37:21.966" v="1088" actId="313"/>
          <ac:spMkLst>
            <pc:docMk/>
            <pc:sldMk cId="1035328112" sldId="574"/>
            <ac:spMk id="2" creationId="{F9C17B2A-258C-2207-A62D-77981429E34C}"/>
          </ac:spMkLst>
        </pc:spChg>
        <pc:spChg chg="add mod">
          <ac:chgData name="Nicole De La Mata" userId="878a281c-078f-44b6-973f-8ffac8d417e1" providerId="ADAL" clId="{79196F8A-5B65-4817-BD1C-5897143AED69}" dt="2026-02-24T22:38:20.417" v="1090"/>
          <ac:spMkLst>
            <pc:docMk/>
            <pc:sldMk cId="1035328112" sldId="574"/>
            <ac:spMk id="4" creationId="{979C625D-7565-61DD-C2DB-AD6DD83E9060}"/>
          </ac:spMkLst>
        </pc:spChg>
      </pc:sldChg>
      <pc:sldChg chg="addSp delSp modSp add mod ord">
        <pc:chgData name="Nicole De La Mata" userId="878a281c-078f-44b6-973f-8ffac8d417e1" providerId="ADAL" clId="{79196F8A-5B65-4817-BD1C-5897143AED69}" dt="2026-02-27T00:10:32.976" v="1602" actId="20577"/>
        <pc:sldMkLst>
          <pc:docMk/>
          <pc:sldMk cId="1648936318" sldId="575"/>
        </pc:sldMkLst>
        <pc:spChg chg="mod">
          <ac:chgData name="Nicole De La Mata" userId="878a281c-078f-44b6-973f-8ffac8d417e1" providerId="ADAL" clId="{79196F8A-5B65-4817-BD1C-5897143AED69}" dt="2026-02-24T20:34:36.509" v="994" actId="20577"/>
          <ac:spMkLst>
            <pc:docMk/>
            <pc:sldMk cId="1648936318" sldId="575"/>
            <ac:spMk id="2" creationId="{364A58F5-2341-C84E-A49E-DF5A24E3650A}"/>
          </ac:spMkLst>
        </pc:spChg>
        <pc:spChg chg="add mod">
          <ac:chgData name="Nicole De La Mata" userId="878a281c-078f-44b6-973f-8ffac8d417e1" providerId="ADAL" clId="{79196F8A-5B65-4817-BD1C-5897143AED69}" dt="2026-02-24T20:35:45.114" v="1059" actId="1076"/>
          <ac:spMkLst>
            <pc:docMk/>
            <pc:sldMk cId="1648936318" sldId="575"/>
            <ac:spMk id="3" creationId="{563AD199-80CB-F750-E164-DF0CBCD697D7}"/>
          </ac:spMkLst>
        </pc:spChg>
        <pc:spChg chg="mod">
          <ac:chgData name="Nicole De La Mata" userId="878a281c-078f-44b6-973f-8ffac8d417e1" providerId="ADAL" clId="{79196F8A-5B65-4817-BD1C-5897143AED69}" dt="2026-02-27T00:10:32.976" v="1602" actId="20577"/>
          <ac:spMkLst>
            <pc:docMk/>
            <pc:sldMk cId="1648936318" sldId="575"/>
            <ac:spMk id="4" creationId="{20A1986D-3B73-CA1D-A4BB-870EDC2B8620}"/>
          </ac:spMkLst>
        </pc:spChg>
        <pc:spChg chg="mod">
          <ac:chgData name="Nicole De La Mata" userId="878a281c-078f-44b6-973f-8ffac8d417e1" providerId="ADAL" clId="{79196F8A-5B65-4817-BD1C-5897143AED69}" dt="2026-02-24T20:35:07.198" v="1025" actId="20577"/>
          <ac:spMkLst>
            <pc:docMk/>
            <pc:sldMk cId="1648936318" sldId="575"/>
            <ac:spMk id="6" creationId="{F2A3AFA4-1BA3-7FA8-8725-980C88B80F37}"/>
          </ac:spMkLst>
        </pc:spChg>
        <pc:spChg chg="mod">
          <ac:chgData name="Nicole De La Mata" userId="878a281c-078f-44b6-973f-8ffac8d417e1" providerId="ADAL" clId="{79196F8A-5B65-4817-BD1C-5897143AED69}" dt="2026-02-24T20:35:16.300" v="1044" actId="20577"/>
          <ac:spMkLst>
            <pc:docMk/>
            <pc:sldMk cId="1648936318" sldId="575"/>
            <ac:spMk id="9" creationId="{C57869BD-4F01-1DCB-F036-6C82E8BC7CA6}"/>
          </ac:spMkLst>
        </pc:spChg>
      </pc:sldChg>
      <pc:sldChg chg="addSp delSp modSp add mod">
        <pc:chgData name="Nicole De La Mata" userId="878a281c-078f-44b6-973f-8ffac8d417e1" providerId="ADAL" clId="{79196F8A-5B65-4817-BD1C-5897143AED69}" dt="2026-02-24T23:27:48.295" v="1114" actId="1076"/>
        <pc:sldMkLst>
          <pc:docMk/>
          <pc:sldMk cId="2030923234" sldId="576"/>
        </pc:sldMkLst>
        <pc:spChg chg="mod">
          <ac:chgData name="Nicole De La Mata" userId="878a281c-078f-44b6-973f-8ffac8d417e1" providerId="ADAL" clId="{79196F8A-5B65-4817-BD1C-5897143AED69}" dt="2026-02-24T23:27:40.033" v="1111" actId="20577"/>
          <ac:spMkLst>
            <pc:docMk/>
            <pc:sldMk cId="2030923234" sldId="576"/>
            <ac:spMk id="2" creationId="{40BE8142-615A-FD07-0C7A-1679C9CB1E2B}"/>
          </ac:spMkLst>
        </pc:spChg>
        <pc:picChg chg="add mod">
          <ac:chgData name="Nicole De La Mata" userId="878a281c-078f-44b6-973f-8ffac8d417e1" providerId="ADAL" clId="{79196F8A-5B65-4817-BD1C-5897143AED69}" dt="2026-02-24T23:27:48.295" v="1114" actId="1076"/>
          <ac:picMkLst>
            <pc:docMk/>
            <pc:sldMk cId="2030923234" sldId="576"/>
            <ac:picMk id="5" creationId="{38C1B1D3-E566-C9F0-FAF0-05396C3A73B3}"/>
          </ac:picMkLst>
        </pc:picChg>
      </pc:sldChg>
      <pc:sldChg chg="addSp delSp modSp add mod">
        <pc:chgData name="Nicole De La Mata" userId="878a281c-078f-44b6-973f-8ffac8d417e1" providerId="ADAL" clId="{79196F8A-5B65-4817-BD1C-5897143AED69}" dt="2026-02-25T19:54:42.750" v="1600" actId="20577"/>
        <pc:sldMkLst>
          <pc:docMk/>
          <pc:sldMk cId="4117525123" sldId="577"/>
        </pc:sldMkLst>
        <pc:spChg chg="mod">
          <ac:chgData name="Nicole De La Mata" userId="878a281c-078f-44b6-973f-8ffac8d417e1" providerId="ADAL" clId="{79196F8A-5B65-4817-BD1C-5897143AED69}" dt="2026-02-24T23:28:01.453" v="1130" actId="6549"/>
          <ac:spMkLst>
            <pc:docMk/>
            <pc:sldMk cId="4117525123" sldId="577"/>
            <ac:spMk id="2" creationId="{80840DF3-85CC-97D2-51EE-6E82500C48D4}"/>
          </ac:spMkLst>
        </pc:spChg>
        <pc:spChg chg="add mod">
          <ac:chgData name="Nicole De La Mata" userId="878a281c-078f-44b6-973f-8ffac8d417e1" providerId="ADAL" clId="{79196F8A-5B65-4817-BD1C-5897143AED69}" dt="2026-02-25T19:54:42.750" v="1600" actId="20577"/>
          <ac:spMkLst>
            <pc:docMk/>
            <pc:sldMk cId="4117525123" sldId="577"/>
            <ac:spMk id="3" creationId="{252BB5AC-B60D-3DD4-57BB-0CEEE91C764B}"/>
          </ac:spMkLst>
        </pc:spChg>
      </pc:sldChg>
      <pc:sldChg chg="addSp delSp modSp add mod">
        <pc:chgData name="Nicole De La Mata" userId="878a281c-078f-44b6-973f-8ffac8d417e1" providerId="ADAL" clId="{79196F8A-5B65-4817-BD1C-5897143AED69}" dt="2026-02-24T23:31:41.537" v="1144" actId="1076"/>
        <pc:sldMkLst>
          <pc:docMk/>
          <pc:sldMk cId="3575184761" sldId="578"/>
        </pc:sldMkLst>
        <pc:picChg chg="add mod">
          <ac:chgData name="Nicole De La Mata" userId="878a281c-078f-44b6-973f-8ffac8d417e1" providerId="ADAL" clId="{79196F8A-5B65-4817-BD1C-5897143AED69}" dt="2026-02-24T23:31:41.537" v="1144" actId="1076"/>
          <ac:picMkLst>
            <pc:docMk/>
            <pc:sldMk cId="3575184761" sldId="578"/>
            <ac:picMk id="5" creationId="{5D6A5476-0FF9-45CC-A7FC-A8F37844B5E7}"/>
          </ac:picMkLst>
        </pc:picChg>
      </pc:sldChg>
      <pc:sldChg chg="addSp delSp modSp add mod">
        <pc:chgData name="Nicole De La Mata" userId="878a281c-078f-44b6-973f-8ffac8d417e1" providerId="ADAL" clId="{79196F8A-5B65-4817-BD1C-5897143AED69}" dt="2026-02-25T02:59:19.846" v="1196" actId="404"/>
        <pc:sldMkLst>
          <pc:docMk/>
          <pc:sldMk cId="156558607" sldId="579"/>
        </pc:sldMkLst>
        <pc:spChg chg="mod">
          <ac:chgData name="Nicole De La Mata" userId="878a281c-078f-44b6-973f-8ffac8d417e1" providerId="ADAL" clId="{79196F8A-5B65-4817-BD1C-5897143AED69}" dt="2026-02-25T02:58:44.704" v="1185" actId="20577"/>
          <ac:spMkLst>
            <pc:docMk/>
            <pc:sldMk cId="156558607" sldId="579"/>
            <ac:spMk id="2" creationId="{3FF25F29-C9B6-170F-D928-FAD87A20525B}"/>
          </ac:spMkLst>
        </pc:spChg>
        <pc:spChg chg="add mod">
          <ac:chgData name="Nicole De La Mata" userId="878a281c-078f-44b6-973f-8ffac8d417e1" providerId="ADAL" clId="{79196F8A-5B65-4817-BD1C-5897143AED69}" dt="2026-02-25T02:59:19.846" v="1196" actId="404"/>
          <ac:spMkLst>
            <pc:docMk/>
            <pc:sldMk cId="156558607" sldId="579"/>
            <ac:spMk id="7" creationId="{759F961D-6001-7E9F-F398-E8B230DA69E0}"/>
          </ac:spMkLst>
        </pc:spChg>
      </pc:sldChg>
      <pc:sldChg chg="add">
        <pc:chgData name="Nicole De La Mata" userId="878a281c-078f-44b6-973f-8ffac8d417e1" providerId="ADAL" clId="{79196F8A-5B65-4817-BD1C-5897143AED69}" dt="2026-02-25T02:57:56.430" v="1168" actId="2890"/>
        <pc:sldMkLst>
          <pc:docMk/>
          <pc:sldMk cId="1951542341" sldId="580"/>
        </pc:sldMkLst>
      </pc:sldChg>
      <pc:sldChg chg="addSp delSp modSp add mod">
        <pc:chgData name="Nicole De La Mata" userId="878a281c-078f-44b6-973f-8ffac8d417e1" providerId="ADAL" clId="{79196F8A-5B65-4817-BD1C-5897143AED69}" dt="2026-02-25T03:06:15.961" v="1217" actId="1076"/>
        <pc:sldMkLst>
          <pc:docMk/>
          <pc:sldMk cId="1338931542" sldId="581"/>
        </pc:sldMkLst>
        <pc:spChg chg="mod">
          <ac:chgData name="Nicole De La Mata" userId="878a281c-078f-44b6-973f-8ffac8d417e1" providerId="ADAL" clId="{79196F8A-5B65-4817-BD1C-5897143AED69}" dt="2026-02-25T03:05:22.372" v="1213" actId="20577"/>
          <ac:spMkLst>
            <pc:docMk/>
            <pc:sldMk cId="1338931542" sldId="581"/>
            <ac:spMk id="2" creationId="{D4D169B7-EAC8-163E-5ED3-0222C3F93450}"/>
          </ac:spMkLst>
        </pc:spChg>
        <pc:picChg chg="add mod">
          <ac:chgData name="Nicole De La Mata" userId="878a281c-078f-44b6-973f-8ffac8d417e1" providerId="ADAL" clId="{79196F8A-5B65-4817-BD1C-5897143AED69}" dt="2026-02-25T03:06:15.961" v="1217" actId="1076"/>
          <ac:picMkLst>
            <pc:docMk/>
            <pc:sldMk cId="1338931542" sldId="581"/>
            <ac:picMk id="4" creationId="{E28B1B29-B10A-DD2E-ED0E-F0CFF18E912E}"/>
          </ac:picMkLst>
        </pc:picChg>
      </pc:sldChg>
      <pc:sldChg chg="addSp delSp modSp add mod">
        <pc:chgData name="Nicole De La Mata" userId="878a281c-078f-44b6-973f-8ffac8d417e1" providerId="ADAL" clId="{79196F8A-5B65-4817-BD1C-5897143AED69}" dt="2026-02-25T10:06:57.729" v="1262" actId="14100"/>
        <pc:sldMkLst>
          <pc:docMk/>
          <pc:sldMk cId="1127667701" sldId="582"/>
        </pc:sldMkLst>
        <pc:spChg chg="mod">
          <ac:chgData name="Nicole De La Mata" userId="878a281c-078f-44b6-973f-8ffac8d417e1" providerId="ADAL" clId="{79196F8A-5B65-4817-BD1C-5897143AED69}" dt="2026-02-25T03:06:24.102" v="1224" actId="20577"/>
          <ac:spMkLst>
            <pc:docMk/>
            <pc:sldMk cId="1127667701" sldId="582"/>
            <ac:spMk id="2" creationId="{49E41429-1297-2FC6-7765-788A6C566365}"/>
          </ac:spMkLst>
        </pc:spChg>
        <pc:picChg chg="add mod">
          <ac:chgData name="Nicole De La Mata" userId="878a281c-078f-44b6-973f-8ffac8d417e1" providerId="ADAL" clId="{79196F8A-5B65-4817-BD1C-5897143AED69}" dt="2026-02-25T10:06:57.729" v="1262" actId="14100"/>
          <ac:picMkLst>
            <pc:docMk/>
            <pc:sldMk cId="1127667701" sldId="582"/>
            <ac:picMk id="5" creationId="{29C39C23-42F3-5C3A-6E5F-EFE629D6D60E}"/>
          </ac:picMkLst>
        </pc:picChg>
      </pc:sldChg>
      <pc:sldChg chg="addSp delSp modSp add mod">
        <pc:chgData name="Nicole De La Mata" userId="878a281c-078f-44b6-973f-8ffac8d417e1" providerId="ADAL" clId="{79196F8A-5B65-4817-BD1C-5897143AED69}" dt="2026-02-25T10:06:11.564" v="1259" actId="1076"/>
        <pc:sldMkLst>
          <pc:docMk/>
          <pc:sldMk cId="3081923512" sldId="583"/>
        </pc:sldMkLst>
        <pc:spChg chg="mod">
          <ac:chgData name="Nicole De La Mata" userId="878a281c-078f-44b6-973f-8ffac8d417e1" providerId="ADAL" clId="{79196F8A-5B65-4817-BD1C-5897143AED69}" dt="2026-02-25T10:05:43.313" v="1256" actId="20577"/>
          <ac:spMkLst>
            <pc:docMk/>
            <pc:sldMk cId="3081923512" sldId="583"/>
            <ac:spMk id="2" creationId="{CCAD25A8-06B1-151B-E759-61A836F399FF}"/>
          </ac:spMkLst>
        </pc:spChg>
        <pc:picChg chg="add mod">
          <ac:chgData name="Nicole De La Mata" userId="878a281c-078f-44b6-973f-8ffac8d417e1" providerId="ADAL" clId="{79196F8A-5B65-4817-BD1C-5897143AED69}" dt="2026-02-25T10:06:11.564" v="1259" actId="1076"/>
          <ac:picMkLst>
            <pc:docMk/>
            <pc:sldMk cId="3081923512" sldId="583"/>
            <ac:picMk id="5" creationId="{C84F6C5B-D0F6-2EA5-3187-0D983F42ECF6}"/>
          </ac:picMkLst>
        </pc:picChg>
      </pc:sldChg>
      <pc:sldChg chg="modSp add mod ord">
        <pc:chgData name="Nicole De La Mata" userId="878a281c-078f-44b6-973f-8ffac8d417e1" providerId="ADAL" clId="{79196F8A-5B65-4817-BD1C-5897143AED69}" dt="2026-02-25T10:08:00.946" v="1278" actId="20577"/>
        <pc:sldMkLst>
          <pc:docMk/>
          <pc:sldMk cId="3820814859" sldId="584"/>
        </pc:sldMkLst>
        <pc:spChg chg="mod">
          <ac:chgData name="Nicole De La Mata" userId="878a281c-078f-44b6-973f-8ffac8d417e1" providerId="ADAL" clId="{79196F8A-5B65-4817-BD1C-5897143AED69}" dt="2026-02-25T10:08:00.946" v="1278" actId="20577"/>
          <ac:spMkLst>
            <pc:docMk/>
            <pc:sldMk cId="3820814859" sldId="584"/>
            <ac:spMk id="2" creationId="{7ADA5A2A-1C1A-B93D-3C11-D7B95BF179C0}"/>
          </ac:spMkLst>
        </pc:spChg>
      </pc:sldChg>
      <pc:sldChg chg="addSp delSp modSp add mod ord">
        <pc:chgData name="Nicole De La Mata" userId="878a281c-078f-44b6-973f-8ffac8d417e1" providerId="ADAL" clId="{79196F8A-5B65-4817-BD1C-5897143AED69}" dt="2026-02-25T11:01:53.675" v="1380" actId="1076"/>
        <pc:sldMkLst>
          <pc:docMk/>
          <pc:sldMk cId="2977521402" sldId="585"/>
        </pc:sldMkLst>
        <pc:spChg chg="mod">
          <ac:chgData name="Nicole De La Mata" userId="878a281c-078f-44b6-973f-8ffac8d417e1" providerId="ADAL" clId="{79196F8A-5B65-4817-BD1C-5897143AED69}" dt="2026-02-25T10:13:15.153" v="1295" actId="20577"/>
          <ac:spMkLst>
            <pc:docMk/>
            <pc:sldMk cId="2977521402" sldId="585"/>
            <ac:spMk id="2" creationId="{C35EDECA-4B6A-7A72-A616-EE8EF094FF0E}"/>
          </ac:spMkLst>
        </pc:spChg>
        <pc:spChg chg="mod">
          <ac:chgData name="Nicole De La Mata" userId="878a281c-078f-44b6-973f-8ffac8d417e1" providerId="ADAL" clId="{79196F8A-5B65-4817-BD1C-5897143AED69}" dt="2026-02-25T10:36:50.068" v="1360" actId="20577"/>
          <ac:spMkLst>
            <pc:docMk/>
            <pc:sldMk cId="2977521402" sldId="585"/>
            <ac:spMk id="3" creationId="{A35F4723-FBFF-7636-088D-6E753265857D}"/>
          </ac:spMkLst>
        </pc:spChg>
        <pc:spChg chg="add mod">
          <ac:chgData name="Nicole De La Mata" userId="878a281c-078f-44b6-973f-8ffac8d417e1" providerId="ADAL" clId="{79196F8A-5B65-4817-BD1C-5897143AED69}" dt="2026-02-25T11:01:53.675" v="1380" actId="1076"/>
          <ac:spMkLst>
            <pc:docMk/>
            <pc:sldMk cId="2977521402" sldId="585"/>
            <ac:spMk id="6" creationId="{6D91611F-162E-5208-0CF0-3EE1C192BB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53762-C138-0D4D-98BD-E45749408AA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451B1-F1C2-C342-9482-CA419A1AF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1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54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12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9CE75-1186-FDBF-CA3D-6CB9A0AF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D2D7B-872E-0E20-08A9-40524C7B7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25010-3AA9-67C0-0385-42E6401F2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Implement using </a:t>
            </a:r>
            <a:r>
              <a:rPr lang="en-AU" dirty="0" err="1"/>
              <a:t>flexsurv</a:t>
            </a:r>
            <a:r>
              <a:rPr lang="en-AU" dirty="0"/>
              <a:t> package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C4035-4D03-312F-9F8F-9C0BF91D0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75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457DE-1327-47C6-063C-062204B6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CE8CA-7A43-4BA8-8904-A5AC6E657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B3626-FD7B-6273-8DC4-D9DAA5DDA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D4DE6-3522-248C-414A-6A2E1E21B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20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E4DF7-A32D-4771-BF22-02509F4E3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1B1B2-4E0B-2E1E-6CF8-96DBE8003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B3718-84AE-8766-D8E7-342998739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Implement using </a:t>
            </a:r>
            <a:r>
              <a:rPr lang="en-AU" dirty="0" err="1"/>
              <a:t>flexsurv</a:t>
            </a:r>
            <a:r>
              <a:rPr lang="en-AU" dirty="0"/>
              <a:t> package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98336-611E-90AC-D922-91BED6741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14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2EF63-7ADF-DCCE-AAB7-71BD7A17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B6B87-10FE-EDF0-AE17-6E3CD504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D2BDD-23E6-3702-2968-299D6CA0C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48FBF-AA3D-9208-4616-6FEE41F80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6824C-38F3-A26F-FE3C-97F3301A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30D8C-53C4-2EFE-E49A-B20713D82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8FBFD-421A-FE6F-A600-8F8C262B2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6C861-91AF-A647-D3F2-9CD2650B8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6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9FC8-0AF3-4D4B-D115-E20C632A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03E5C-345B-C9A8-78A9-F22F8C16F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55FC9-848B-5E00-DE7C-09CB99CE2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FBB45-B2C3-BE0A-BD46-D74DAFE7D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51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BA4E7-C1BC-491D-D21A-70E798CC8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3EC85-62D9-FDB8-AD4A-FC3683962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B0A41-D7C7-0FFF-E494-A8DCC9183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16129-E039-EFA6-DD85-A8894187E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36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DE0B7-25CF-3167-24E8-8C3C83EB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F59F3-D0BC-AA48-6B0F-179BE94F9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05D2D-E876-CDFB-EFBF-B65F6E057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ED697-EF9B-256E-924D-6E5A16E76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15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70AE0-46C0-0621-1B32-3BDFB39C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41276-6F64-EC6B-D93B-8A85C9391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ADE4A-1D39-1C40-24E0-F31674590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6692C-1552-D8E3-B161-EBD80F01F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32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FEA0D-BCDB-1ACC-D11B-27765167D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F6628-7D0F-9393-07F8-2AD8E5B30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4BE60-3048-2147-CB31-0956C45BD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50256-6AA3-E0C0-DC3D-B8234B2C4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34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B685-6D30-72C2-C8DF-AA51D8E5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81BCA-B62E-723A-8169-FBDC3D3B3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983BB-5404-5ABB-1230-8B80374C4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71AD-6551-AD6E-60EA-454C0C773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95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535CF-41E4-167C-92A7-41A5A9FE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EC1A1-1538-B896-4788-24B165F4F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338F5-47AC-591D-7C4A-8F8D57B47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B009C-FF69-5E16-C419-8140B86AF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60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C132F-B7EE-4F56-4A5B-03DAA2E4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2E43A-E6DE-BB24-3B89-2BE84C694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4036C-4AF3-D766-E645-454A85097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C2574-5E77-8473-F432-578251B31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09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6C69-A650-B661-D0F4-04AB24D0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AE28B-4884-65C1-520B-BC38551BE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07B68-6B4C-AD76-37D0-7F27F1AC6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66C5D-8850-0B88-BE0A-CD7C7CE61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83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0B05-5C1E-B256-83F3-A584C9EB0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5F9C1-ABDC-2297-A880-C545EC0B2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19716-1BA2-3440-DC53-86C78DE0D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FA5B1-BA9B-F105-03D9-232669304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4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hyperlink" Target="mailto:first.last@sydney.edu.au" TargetMode="External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26C391-EC2F-854E-3FAC-8EDA85399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C1A71F-2256-88FB-1073-78B7D8E70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500" y="1812923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r>
              <a:rPr lang="en-GB"/>
              <a:t>Presentation subheading </a:t>
            </a:r>
            <a:br>
              <a:rPr lang="en-GB"/>
            </a:br>
            <a:r>
              <a:rPr lang="en-GB"/>
              <a:t>can go over 2 lines 28pt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A5ABDE1-C8DD-9C86-C1BA-029E99357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3108324"/>
            <a:ext cx="5533967" cy="6064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845E8-E21B-1585-9AF6-BBB77FE87561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911BDAC-8640-232C-8AA9-58B28238EF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3986813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98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7B6FB2-6FB1-E8EE-71E2-F3031BBC4C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73DE4E7-C9AA-0998-373D-DCFBF8D610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1813272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D0328F7-E70B-70FE-8296-A6A9465B3C0D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7C8522-1D1F-6885-6C75-3131D1B98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943350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5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7">
            <a:extLst>
              <a:ext uri="{FF2B5EF4-FFF2-40B4-BE49-F238E27FC236}">
                <a16:creationId xmlns:a16="http://schemas.microsoft.com/office/drawing/2014/main" id="{5682CEC0-2F2F-E2FD-4FDE-2AF1F4D1A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310" y="0"/>
            <a:ext cx="915531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5406CF-7A89-E373-E12A-6D0F46DD3D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23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351BF546-A7D6-4DDD-D34D-2811CA1DFCD1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86D37ED-27E5-AE93-0796-AAE7687CBB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03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id="{A9A93A07-E57F-5770-834F-CFEF4A2F1E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1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139797D-3238-5637-CDB3-B336C7726E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79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F48FE3D-1F01-EEB6-6A4A-4F4B29D064A5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075A468-BEE5-4DEF-FEB5-93F5619DC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8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55181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 algn="l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solidFill>
                  <a:schemeClr val="tx1"/>
                </a:solidFill>
                <a:latin typeface="Arial"/>
                <a:cs typeface="Arial"/>
              </a:rPr>
              <a:t>We recognise and pay respect to the Elders and communities – past, present, and emerging – of the lands that the University of Sydney's campuses stand on. For thousands of years they have shared and exchanged knowledges across innumerable generations for the benefit of all.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088DD-1084-A341-27B4-5A10814D6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25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64325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marR="5080" indent="-39370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University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Sydney’s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Camperdown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sits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Gadigal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people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with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campuses,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teaching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research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facilities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4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2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Gamaraygal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Dharug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Wangal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Darkinyung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10" err="1">
                <a:latin typeface="Arial"/>
                <a:cs typeface="Arial"/>
              </a:rPr>
              <a:t>Burramadagal</a:t>
            </a:r>
            <a:r>
              <a:rPr lang="en-AU" sz="1800" spc="-10">
                <a:latin typeface="Arial"/>
                <a:cs typeface="Arial"/>
              </a:rPr>
              <a:t>, </a:t>
            </a:r>
            <a:r>
              <a:rPr lang="en-AU" sz="1800" err="1">
                <a:latin typeface="Arial"/>
                <a:cs typeface="Arial"/>
              </a:rPr>
              <a:t>Dharawal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Gandangara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Gamilaraay,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Barkindji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Bundjalung,</a:t>
            </a:r>
            <a:r>
              <a:rPr lang="en-AU" sz="1800" spc="-10">
                <a:latin typeface="Arial"/>
                <a:cs typeface="Arial"/>
              </a:rPr>
              <a:t> Wiradjuri, </a:t>
            </a:r>
            <a:r>
              <a:rPr lang="en-AU" sz="1800" err="1">
                <a:latin typeface="Arial"/>
                <a:cs typeface="Arial"/>
              </a:rPr>
              <a:t>Ngunawal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Gagadju</a:t>
            </a:r>
            <a:r>
              <a:rPr lang="en-AU" sz="1800" spc="-10">
                <a:latin typeface="Arial"/>
                <a:cs typeface="Arial"/>
              </a:rPr>
              <a:t> peoples.</a:t>
            </a:r>
            <a:endParaRPr lang="en-AU" sz="1800">
              <a:latin typeface="Arial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E6B5EA-D71E-5840-6F2F-FE964EA7C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4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DBAA-0372-EA1B-CAD1-7C9766B446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984068"/>
            <a:ext cx="5511800" cy="15114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800" i="0">
                <a:latin typeface="Arial"/>
                <a:cs typeface="Arial"/>
              </a:rPr>
              <a:t>Add in own text for Acknowledgement of Country 18pt</a:t>
            </a:r>
            <a:endParaRPr lang="en-AU" sz="1800" i="0" spc="-20">
              <a:latin typeface="Arial"/>
              <a:cs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A8E0A38-BB43-C185-B50B-304F295C5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74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74546F0-922A-43AF-F76C-2BA2453F5BBF}"/>
              </a:ext>
            </a:extLst>
          </p:cNvPr>
          <p:cNvSpPr txBox="1">
            <a:spLocks/>
          </p:cNvSpPr>
          <p:nvPr userDrawn="1"/>
        </p:nvSpPr>
        <p:spPr>
          <a:xfrm>
            <a:off x="571501" y="1200150"/>
            <a:ext cx="3055937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Supporting you with: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Co-curricular Activities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Academic &amp; Learning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Health, Disability &amp; Wellbeing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Sexual Misconduct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Financial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Bullying &amp; Harassment</a:t>
            </a:r>
          </a:p>
        </p:txBody>
      </p:sp>
      <p:pic>
        <p:nvPicPr>
          <p:cNvPr id="5" name="Picture Placeholder 3" descr="Four people walking through the main entrance to the Quadrangle.">
            <a:extLst>
              <a:ext uri="{FF2B5EF4-FFF2-40B4-BE49-F238E27FC236}">
                <a16:creationId xmlns:a16="http://schemas.microsoft.com/office/drawing/2014/main" id="{F7ED3CB8-A125-3F6D-F9F2-DF091420B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2083" y="0"/>
            <a:ext cx="4581917" cy="5143500"/>
          </a:xfrm>
          <a:prstGeom prst="rect">
            <a:avLst/>
          </a:prstGeom>
          <a:solidFill>
            <a:schemeClr val="bg2"/>
          </a:solidFill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61C8724-13AD-A382-B9BF-D29BD4103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0" y="4019550"/>
            <a:ext cx="759557" cy="759557"/>
            <a:chOff x="3514529" y="3257550"/>
            <a:chExt cx="759557" cy="7595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F48B21-6483-89F4-DD27-36BC12586B71}"/>
                </a:ext>
              </a:extLst>
            </p:cNvPr>
            <p:cNvSpPr/>
            <p:nvPr/>
          </p:nvSpPr>
          <p:spPr>
            <a:xfrm>
              <a:off x="3514529" y="3257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qr code on a white background&#10;&#10;Description automatically generated">
              <a:extLst>
                <a:ext uri="{FF2B5EF4-FFF2-40B4-BE49-F238E27FC236}">
                  <a16:creationId xmlns:a16="http://schemas.microsoft.com/office/drawing/2014/main" id="{118CC9F0-CBFB-6D99-0F0D-E855F5D47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9478" y="3273668"/>
              <a:ext cx="729658" cy="727319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C8B58231-720A-3A7A-2505-4957ADE7A1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448" y="590550"/>
            <a:ext cx="4010635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Student </a:t>
            </a:r>
            <a:r>
              <a:rPr lang="en-US" i="1"/>
              <a:t>Life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91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21CAD2-32FB-6D33-26E6-599142AFFE16}"/>
              </a:ext>
            </a:extLst>
          </p:cNvPr>
          <p:cNvSpPr txBox="1">
            <a:spLocks/>
          </p:cNvSpPr>
          <p:nvPr userDrawn="1"/>
        </p:nvSpPr>
        <p:spPr>
          <a:xfrm>
            <a:off x="571501" y="1581150"/>
            <a:ext cx="4671350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Informed by our University experts and addressing our unique needs as a place of work, study and research: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Supporting health: </a:t>
            </a:r>
            <a:r>
              <a:rPr lang="en-US" sz="1300"/>
              <a:t>staff health support services, including return to work and workplace adjustments, counselling and coaching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Preventing harm: </a:t>
            </a:r>
            <a:r>
              <a:rPr lang="en-US" sz="1300"/>
              <a:t>psychosocial hazards, leader-specific toolkits, Fitness Passport and our flu vaccination program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Promoting thriving: </a:t>
            </a:r>
            <a:r>
              <a:rPr lang="en-US" sz="1300"/>
              <a:t>health and wellbeing events, learning and development, Wellbeing Champions network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A93E48-6357-3857-6034-2F2978854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45754" y="4019550"/>
            <a:ext cx="759557" cy="759557"/>
            <a:chOff x="5257800" y="4019550"/>
            <a:chExt cx="759557" cy="7595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D3BC1C-AEEF-7D31-694C-745B778D56B5}"/>
                </a:ext>
              </a:extLst>
            </p:cNvPr>
            <p:cNvSpPr/>
            <p:nvPr/>
          </p:nvSpPr>
          <p:spPr>
            <a:xfrm>
              <a:off x="5257800" y="4019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0F239-AC4D-1E3F-298B-AEDB82F15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80989" y="4045581"/>
              <a:ext cx="707494" cy="707493"/>
            </a:xfrm>
            <a:prstGeom prst="rect">
              <a:avLst/>
            </a:prstGeom>
          </p:spPr>
        </p:pic>
      </p:grpSp>
      <p:pic>
        <p:nvPicPr>
          <p:cNvPr id="8" name="Picture Placeholder 3" descr="A group of people sitting at a table in the Quadrangle lawns during a function, with others standing in the background.">
            <a:extLst>
              <a:ext uri="{FF2B5EF4-FFF2-40B4-BE49-F238E27FC236}">
                <a16:creationId xmlns:a16="http://schemas.microsoft.com/office/drawing/2014/main" id="{99AB24B3-5E38-51B7-4D53-F7F15C8665AD}"/>
              </a:ext>
            </a:extLst>
          </p:cNvPr>
          <p:cNvPicPr>
            <a:picLocks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6298" y="0"/>
            <a:ext cx="3097702" cy="514350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E58CD4-2C75-EAAC-D753-D83D3C3E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667" y="578461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Staff Health and </a:t>
            </a:r>
            <a:br>
              <a:rPr lang="en-US"/>
            </a:br>
            <a:r>
              <a:rPr lang="en-US"/>
              <a:t>Wellbeing Program </a:t>
            </a:r>
            <a:r>
              <a:rPr lang="en-US" i="1"/>
              <a:t>2023-2026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1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0A2F580-458B-6978-E5C4-D439F8A8EF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DE63B7-3D2D-E116-E58F-2358C70260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7931C68-5A57-D921-2A9C-73B3990F83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09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367AE0-0B1A-C793-8FD0-6C83B3BAF9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1066835-3577-7EA9-7C60-12C9BC765B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1239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1">
                <a:latin typeface="Times" pitchFamily="2" charset="0"/>
              </a:rPr>
              <a:t>1-2 lines of copy</a:t>
            </a:r>
          </a:p>
          <a:p>
            <a:pPr marL="12700">
              <a:spcBef>
                <a:spcPts val="100"/>
              </a:spcBef>
            </a:pP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5AAED2F-1B70-12A0-8666-145503BFBB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39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latin typeface="Times" pitchFamily="2" charset="0"/>
              </a:rPr>
              <a:t>1-2 lines of copy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53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break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2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reak 3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722D78-7BA7-65B0-0EEE-0A792B4331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9DB0E7B-FB3B-69F1-A14A-171E812F8A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4FD17E9-68CF-24D2-3900-A8DF3B5883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43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break 3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F43B30-F643-5953-909F-59DB30DAE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4D8F6FB-2C1C-F109-DF00-59FF9854A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468A364-34D1-6159-0A81-A0137190A0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86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50296C6E-3B64-67D7-F619-28187B129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9D41BF0-E578-6B9F-D0D8-21CBFD4A1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101303"/>
            <a:ext cx="5083630" cy="94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och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2FA554D-90A4-9E1C-B3B1-C4E7FD2E6B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114550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97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375F2-9EFB-E2E0-D249-EBD6EB92736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1356158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097E-185C-39F4-467B-3196A19AD66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accent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349125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">
            <a:extLst>
              <a:ext uri="{FF2B5EF4-FFF2-40B4-BE49-F238E27FC236}">
                <a16:creationId xmlns:a16="http://schemas.microsoft.com/office/drawing/2014/main" id="{69D3DD68-72FE-5430-2CCD-62A73AAF985C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51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4173-B046-E632-8483-B2707C81E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00" y="3333750"/>
            <a:ext cx="5829300" cy="100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Times" pitchFamily="2" charset="0"/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DE0EA6B-E5AC-3B11-BD85-9AE2F2B2B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865" y="-960120"/>
            <a:ext cx="914400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40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1">
            <a:extLst>
              <a:ext uri="{FF2B5EF4-FFF2-40B4-BE49-F238E27FC236}">
                <a16:creationId xmlns:a16="http://schemas.microsoft.com/office/drawing/2014/main" id="{3DE60E2F-8D86-E014-B1B6-8CC60B835BB9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18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9144000" cy="30289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28950"/>
            <a:ext cx="9144000" cy="71436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8858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640647"/>
            <a:ext cx="9144000" cy="459740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547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84C3413-144B-3E34-A5A7-2A85DAA636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13" y="1657350"/>
            <a:ext cx="3152775" cy="2362200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buNone/>
              <a:defRPr sz="10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1000">
                <a:solidFill>
                  <a:schemeClr val="tx1"/>
                </a:solidFill>
              </a:defRPr>
            </a:lvl4pPr>
            <a:lvl5pPr>
              <a:buNone/>
              <a:defRPr sz="1000">
                <a:solidFill>
                  <a:schemeClr val="tx1"/>
                </a:solidFill>
              </a:defRPr>
            </a:lvl5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sz="1000" b="1">
                <a:latin typeface="Arial"/>
                <a:cs typeface="Arial"/>
              </a:rPr>
              <a:t>Insert team/discipline </a:t>
            </a:r>
            <a:r>
              <a:rPr lang="en-AU" sz="1000" b="1" spc="-20">
                <a:latin typeface="Arial"/>
                <a:cs typeface="Arial"/>
              </a:rPr>
              <a:t>area</a:t>
            </a:r>
            <a:endParaRPr lang="en-AU" sz="1000">
              <a:latin typeface="Arial"/>
              <a:cs typeface="Arial"/>
            </a:endParaRPr>
          </a:p>
          <a:p>
            <a:pPr marL="12700" marR="7112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Name</a:t>
            </a:r>
            <a:r>
              <a:rPr lang="en-AU" sz="1000" spc="-20">
                <a:latin typeface="Arial"/>
                <a:cs typeface="Arial"/>
              </a:rPr>
              <a:t> </a:t>
            </a:r>
            <a:r>
              <a:rPr lang="en-AU" sz="1000" spc="-10">
                <a:latin typeface="Arial"/>
                <a:cs typeface="Arial"/>
              </a:rPr>
              <a:t>Surname Title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+61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2</a:t>
            </a:r>
            <a:r>
              <a:rPr lang="en-AU" sz="1000" spc="-5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1234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 spc="-20">
                <a:latin typeface="Arial"/>
                <a:cs typeface="Arial"/>
              </a:rPr>
              <a:t>5678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spc="-10">
                <a:latin typeface="Arial"/>
                <a:cs typeface="Arial"/>
                <a:hlinkClick r:id="rId2"/>
              </a:rPr>
              <a:t>first.last@sydney.edu.au</a:t>
            </a:r>
            <a:endParaRPr lang="en-AU"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b="1" spc="-10" err="1">
                <a:latin typeface="Arial"/>
                <a:cs typeface="Arial"/>
              </a:rPr>
              <a:t>sydney.edu.au</a:t>
            </a:r>
            <a:r>
              <a:rPr lang="en-AU" sz="1000" b="1" spc="-10">
                <a:latin typeface="Arial"/>
                <a:cs typeface="Arial"/>
              </a:rPr>
              <a:t>/</a:t>
            </a:r>
            <a:r>
              <a:rPr lang="en-AU" sz="1000" b="1" spc="-10" err="1">
                <a:latin typeface="Arial"/>
                <a:cs typeface="Arial"/>
              </a:rPr>
              <a:t>xxxx</a:t>
            </a:r>
            <a:endParaRPr lang="en-AU" sz="1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8735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title (line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F195D-1D75-7971-7AE4-F2EDDB4FE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91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BF0C12-4EFA-AA48-3CFD-E595F2CE757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846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Sandston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Sandstone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74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Light 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light grey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129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8" name="Placeholder text 2">
            <a:extLst>
              <a:ext uri="{FF2B5EF4-FFF2-40B4-BE49-F238E27FC236}">
                <a16:creationId xmlns:a16="http://schemas.microsoft.com/office/drawing/2014/main" id="{4750A85D-7EC4-4F3C-A957-3387FB721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8B76861-0B8E-1907-DDCC-D9BE0F7299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2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33641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691CD0B-A249-E00E-D26B-FCB09FEB61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3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Text Placeholder 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73710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270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E129D5-BC83-5BC6-7696-A62ABBA7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322421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EE874E2-82AB-542D-E56B-2FB8466A8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0969" y="1809750"/>
            <a:ext cx="322421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344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9C3E4A-3CEE-6A06-BFB0-526F77478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14829"/>
            <a:ext cx="195483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DFC8A7E-2401-E620-E338-5D28D2506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0315" y="1814829"/>
            <a:ext cx="195483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104634B-900F-6E88-EAFF-FBF5C77F1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627" y="1814829"/>
            <a:ext cx="195483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400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093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778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1 object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668496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87048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778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2 objects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F546AC-A09B-3B79-BF41-C9B5E391B8D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41813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3909B7-37E7-FB1F-A3FB-7C585D474988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73331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98124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medium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8108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3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2647319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77850" y="59012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2574887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5339949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1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E7C6475-9E09-2C25-60AA-C01FFE549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571999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690FE27-A077-176C-683F-060F8B919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9948" y="2130182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226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2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C846B-3BBC-0A9B-343F-8DA8440D4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30182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9223EA41-0E53-E4BC-82D3-F2D428AADB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7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1334476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6AF4810-CD2A-169B-7819-02D6EDE1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292" y="0"/>
            <a:ext cx="4562082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3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A9B2E54-042A-B95A-337E-B5C4C9A5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0" y="2130182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F473830-12BA-DF64-1A9E-1CAE3632CA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0855120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1500" y="59055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0">
            <a:extLst>
              <a:ext uri="{FF2B5EF4-FFF2-40B4-BE49-F238E27FC236}">
                <a16:creationId xmlns:a16="http://schemas.microsoft.com/office/drawing/2014/main" id="{D01AF305-2512-8B00-F76B-C57D2327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6208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4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1A2B76-7231-1188-47F7-90C1CBB05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46057"/>
            <a:ext cx="3055937" cy="2070100"/>
          </a:xfrm>
        </p:spPr>
        <p:txBody>
          <a:bodyPr/>
          <a:lstStyle>
            <a:lvl1pPr marL="1714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1pPr>
            <a:lvl2pPr marL="6286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2pPr>
            <a:lvl3pPr marL="10858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3pPr>
            <a:lvl4pPr marL="15430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4pPr>
            <a:lvl5pPr marL="20002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01BB514-CFB3-0A62-D442-0367254D28E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8456319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585A7-12B9-F7BC-085D-8B7FD93E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2842" y="0"/>
            <a:ext cx="526115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5</a:t>
            </a:r>
            <a:br>
              <a:rPr lang="en-AU"/>
            </a:br>
            <a:r>
              <a:rPr lang="en-US"/>
              <a:t>Title, text box + images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260F83-22E0-FB93-2602-46785993E9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071" y="2146057"/>
            <a:ext cx="3055937" cy="20701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42651" y="577850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E67DE4A2-A084-6CFF-A647-B7F40F5B328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8993" y="577850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42651" y="2636387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EDA01D0-B9B6-53CA-5A69-95C997DC2B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8993" y="2636387"/>
            <a:ext cx="1996249" cy="192926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143423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42950"/>
            <a:ext cx="7993742" cy="381000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6 – single line</a:t>
            </a:r>
            <a:endParaRPr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1436723"/>
            <a:ext cx="2880000" cy="296125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F9157D3-AB43-6EAD-7F21-F164319B31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74627" y="1434554"/>
            <a:ext cx="1998000" cy="1404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74628" y="2957976"/>
            <a:ext cx="1996249" cy="1440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79C8713-47DB-6665-EC36-148C9CB7B0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86150" y="1436723"/>
            <a:ext cx="2880000" cy="2961253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idx="1"/>
          </p:nvPr>
        </p:nvSpPr>
        <p:spPr>
          <a:xfrm>
            <a:off x="571500" y="4476750"/>
            <a:ext cx="7994650" cy="21817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7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1054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with image</a:t>
            </a:r>
            <a:endParaRPr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92173" y="1410798"/>
            <a:ext cx="1322070" cy="12192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892173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1892173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05194" y="1410798"/>
            <a:ext cx="1322070" cy="12192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05194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05194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50856" y="1410798"/>
            <a:ext cx="1322070" cy="12192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50856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50856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5954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no image</a:t>
            </a:r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01046116-FA83-47AD-17FA-94D776E8C80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887052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3" name="Holder 2"/>
          <p:cNvSpPr>
            <a:spLocks noGrp="1"/>
          </p:cNvSpPr>
          <p:nvPr>
            <p:ph type="body" idx="1" hasCustomPrompt="1"/>
          </p:nvPr>
        </p:nvSpPr>
        <p:spPr>
          <a:xfrm>
            <a:off x="1887052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</a:p>
          <a:p>
            <a:endParaRPr lang="en-AU"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2593A6BD-50DF-0434-8D9C-6C5105B3794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12958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13" name="Holder 4">
            <a:extLst>
              <a:ext uri="{FF2B5EF4-FFF2-40B4-BE49-F238E27FC236}">
                <a16:creationId xmlns:a16="http://schemas.microsoft.com/office/drawing/2014/main" id="{980934C0-12AC-D7ED-F525-AC922980850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12958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340806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ot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097E-185C-39F4-467B-3196A19AD66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accent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1821671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Slides without accent bar at 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218085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title (line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16636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F195D-1D75-7971-7AE4-F2EDDB4FE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602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BF0C12-4EFA-AA48-3CFD-E595F2CE757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4740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Sandston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Sandstone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3305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Light 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light grey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71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text 2">
            <a:extLst>
              <a:ext uri="{FF2B5EF4-FFF2-40B4-BE49-F238E27FC236}">
                <a16:creationId xmlns:a16="http://schemas.microsoft.com/office/drawing/2014/main" id="{4750A85D-7EC4-4F3C-A957-3387FB721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8334D-F6CE-6F26-F021-0B9D5783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1622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8B76861-0B8E-1907-DDCC-D9BE0F7299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2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02968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691CD0B-A249-E00E-D26B-FCB09FEB61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3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Text Placeholder 2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0A890-DBCE-9D0B-FC1E-1FBC36406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946371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6E6E4-89B8-DE75-7430-4DB49BAA2C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533467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E129D5-BC83-5BC6-7696-A62ABBA7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EE874E2-82AB-542D-E56B-2FB8466A8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0969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8EBB7-A22D-DEA0-3883-7D6A226ED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904323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9C3E4A-3CEE-6A06-BFB0-526F77478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DFC8A7E-2401-E620-E338-5D28D2506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0315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104634B-900F-6E88-EAFF-FBF5C77F1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627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5C447-82BB-3065-F7F8-2993FACA6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36842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A7D94-FC97-9D5C-C395-284A560F5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40331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668496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A8BAD8-45B3-FA80-A6FD-062B923B62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1 object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23511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F546AC-A09B-3B79-BF41-C9B5E391B8D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41813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3909B7-37E7-FB1F-A3FB-7C585D474988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8B64C5-69D6-29E7-DC8C-3D7E36B92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2 objects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104491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FF1E3-1C14-C1DF-E876-81BE15B66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Small body copy</a:t>
            </a:r>
          </a:p>
        </p:txBody>
      </p:sp>
    </p:spTree>
    <p:extLst>
      <p:ext uri="{BB962C8B-B14F-4D97-AF65-F5344CB8AC3E}">
        <p14:creationId xmlns:p14="http://schemas.microsoft.com/office/powerpoint/2010/main" val="109946551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medium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3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6EEB19-4E3F-B145-7FD5-34ED6F606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</a:p>
        </p:txBody>
      </p:sp>
    </p:spTree>
    <p:extLst>
      <p:ext uri="{BB962C8B-B14F-4D97-AF65-F5344CB8AC3E}">
        <p14:creationId xmlns:p14="http://schemas.microsoft.com/office/powerpoint/2010/main" val="921839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FA3C1-A213-1628-DCF0-0721D033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</a:p>
        </p:txBody>
      </p:sp>
    </p:spTree>
    <p:extLst>
      <p:ext uri="{BB962C8B-B14F-4D97-AF65-F5344CB8AC3E}">
        <p14:creationId xmlns:p14="http://schemas.microsoft.com/office/powerpoint/2010/main" val="161197986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5339949" y="518918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1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E7C6475-9E09-2C25-60AA-C01FFE549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690FE27-A077-176C-683F-060F8B919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9948" y="1885950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277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2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C846B-3BBC-0A9B-343F-8DA8440D4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9223EA41-0E53-E4BC-82D3-F2D428AADB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7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1226183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6AF4810-CD2A-169B-7819-02D6EDE1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677" y="0"/>
            <a:ext cx="4562082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3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A9B2E54-042A-B95A-337E-B5C4C9A5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0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F473830-12BA-DF64-1A9E-1CAE3632CA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61485565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1500" y="59055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0">
            <a:extLst>
              <a:ext uri="{FF2B5EF4-FFF2-40B4-BE49-F238E27FC236}">
                <a16:creationId xmlns:a16="http://schemas.microsoft.com/office/drawing/2014/main" id="{D01AF305-2512-8B00-F76B-C57D2327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6208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4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1A2B76-7231-1188-47F7-90C1CBB05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1pPr>
            <a:lvl2pPr marL="6286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2pPr>
            <a:lvl3pPr marL="10858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3pPr>
            <a:lvl4pPr marL="15430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4pPr>
            <a:lvl5pPr marL="20002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01BB514-CFB3-0A62-D442-0367254D28E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958561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585A7-12B9-F7BC-085D-8B7FD93E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2842" y="0"/>
            <a:ext cx="526115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5</a:t>
            </a:r>
            <a:br>
              <a:rPr lang="en-AU"/>
            </a:br>
            <a:r>
              <a:rPr lang="en-US"/>
              <a:t>Title, text box + images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260F83-22E0-FB93-2602-46785993E9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07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42651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E67DE4A2-A084-6CFF-A647-B7F40F5B328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8993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42651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EDA01D0-B9B6-53CA-5A69-95C997DC2B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8993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426632046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F9157D3-AB43-6EAD-7F21-F164319B31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74627" y="1434554"/>
            <a:ext cx="1998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74628" y="2957976"/>
            <a:ext cx="1996249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79C8713-47DB-6665-EC36-148C9CB7B0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8615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idx="1"/>
          </p:nvPr>
        </p:nvSpPr>
        <p:spPr>
          <a:xfrm>
            <a:off x="571500" y="4476750"/>
            <a:ext cx="7994650" cy="21817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7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660FC81-FDB2-6847-91E7-792B3F29E3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6 – single line</a:t>
            </a:r>
          </a:p>
        </p:txBody>
      </p:sp>
    </p:spTree>
    <p:extLst>
      <p:ext uri="{BB962C8B-B14F-4D97-AF65-F5344CB8AC3E}">
        <p14:creationId xmlns:p14="http://schemas.microsoft.com/office/powerpoint/2010/main" val="213173142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92173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892173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1892173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05194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05194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05194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50856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50856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50856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BE29F25-B1A6-E14D-D106-B0B1A8245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with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263820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older 1">
            <a:extLst>
              <a:ext uri="{FF2B5EF4-FFF2-40B4-BE49-F238E27FC236}">
                <a16:creationId xmlns:a16="http://schemas.microsoft.com/office/drawing/2014/main" id="{01046116-FA83-47AD-17FA-94D776E8C80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887052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3" name="Holder 2"/>
          <p:cNvSpPr>
            <a:spLocks noGrp="1"/>
          </p:cNvSpPr>
          <p:nvPr>
            <p:ph type="body" idx="1" hasCustomPrompt="1"/>
          </p:nvPr>
        </p:nvSpPr>
        <p:spPr>
          <a:xfrm>
            <a:off x="1887052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</a:p>
          <a:p>
            <a:endParaRPr lang="en-AU"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2593A6BD-50DF-0434-8D9C-6C5105B3794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12958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13" name="Holder 4">
            <a:extLst>
              <a:ext uri="{FF2B5EF4-FFF2-40B4-BE49-F238E27FC236}">
                <a16:creationId xmlns:a16="http://schemas.microsoft.com/office/drawing/2014/main" id="{980934C0-12AC-D7ED-F525-AC922980850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12958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75C487F-806F-DF0A-C957-59A18F20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no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590425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text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226724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199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9860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theme" Target="../theme/theme5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80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9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28" Type="http://schemas.openxmlformats.org/officeDocument/2006/relationships/theme" Target="../theme/theme6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82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5" r:id="rId2"/>
    <p:sldLayoutId id="2147483707" r:id="rId3"/>
    <p:sldLayoutId id="2147483745" r:id="rId4"/>
    <p:sldLayoutId id="2147483746" r:id="rId5"/>
    <p:sldLayoutId id="2147483747" r:id="rId6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8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7" r:id="rId2"/>
    <p:sldLayoutId id="2147483718" r:id="rId3"/>
    <p:sldLayoutId id="2147483794" r:id="rId4"/>
    <p:sldLayoutId id="2147483795" r:id="rId5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95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3" r:id="rId2"/>
    <p:sldLayoutId id="2147483724" r:id="rId3"/>
    <p:sldLayoutId id="2147483750" r:id="rId4"/>
    <p:sldLayoutId id="2147483749" r:id="rId5"/>
    <p:sldLayoutId id="2147483751" r:id="rId6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69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3" r:id="rId2"/>
    <p:sldLayoutId id="2147483734" r:id="rId3"/>
    <p:sldLayoutId id="2147483735" r:id="rId4"/>
    <p:sldLayoutId id="2147483732" r:id="rId5"/>
    <p:sldLayoutId id="2147483727" r:id="rId6"/>
    <p:sldLayoutId id="2147483728" r:id="rId7"/>
    <p:sldLayoutId id="2147483736" r:id="rId8"/>
    <p:sldLayoutId id="2147483748" r:id="rId9"/>
    <p:sldLayoutId id="2147483738" r:id="rId10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4626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/>
              <a:t>Click to add title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body" idx="1"/>
          </p:nvPr>
        </p:nvSpPr>
        <p:spPr>
          <a:xfrm>
            <a:off x="1897466" y="1276350"/>
            <a:ext cx="6673850" cy="27622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pPr marL="171450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Click to edit Master text styles</a:t>
            </a:r>
          </a:p>
          <a:p>
            <a:pPr marL="628650" lvl="1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Second level</a:t>
            </a:r>
          </a:p>
          <a:p>
            <a:pPr marL="1085850" lvl="2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Third level</a:t>
            </a:r>
          </a:p>
          <a:p>
            <a:pPr marL="1543050" lvl="3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Fourth level</a:t>
            </a:r>
          </a:p>
          <a:p>
            <a:pPr marL="2000250" lvl="4" indent="-171450">
              <a:buClr>
                <a:schemeClr val="tx2"/>
              </a:buClr>
              <a:buFont typeface="System Font Regular"/>
              <a:buChar char="-"/>
            </a:pPr>
            <a:r>
              <a:rPr lang="en-GB" sz="1000">
                <a:solidFill>
                  <a:schemeClr val="tx2"/>
                </a:solidFill>
                <a:latin typeface="+mn-lt"/>
              </a:rPr>
              <a:t>Fifth level</a:t>
            </a:r>
            <a:endParaRPr lang="en-US" sz="1000">
              <a:solidFill>
                <a:schemeClr val="tx2"/>
              </a:solidFill>
              <a:latin typeface="+mn-lt"/>
            </a:endParaRPr>
          </a:p>
          <a:p>
            <a:endParaRPr/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6C0811DA-1436-1C90-68E8-D6A920491400}"/>
              </a:ext>
            </a:extLst>
          </p:cNvPr>
          <p:cNvSpPr txBox="1"/>
          <p:nvPr userDrawn="1"/>
        </p:nvSpPr>
        <p:spPr>
          <a:xfrm>
            <a:off x="568325" y="4781550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741" r:id="rId3"/>
    <p:sldLayoutId id="2147483704" r:id="rId4"/>
    <p:sldLayoutId id="2147483680" r:id="rId5"/>
    <p:sldLayoutId id="2147483681" r:id="rId6"/>
    <p:sldLayoutId id="2147483662" r:id="rId7"/>
    <p:sldLayoutId id="2147483668" r:id="rId8"/>
    <p:sldLayoutId id="2147483669" r:id="rId9"/>
    <p:sldLayoutId id="2147483667" r:id="rId10"/>
    <p:sldLayoutId id="2147483670" r:id="rId11"/>
    <p:sldLayoutId id="2147483666" r:id="rId12"/>
    <p:sldLayoutId id="2147483744" r:id="rId13"/>
    <p:sldLayoutId id="2147483671" r:id="rId14"/>
    <p:sldLayoutId id="2147483663" r:id="rId15"/>
    <p:sldLayoutId id="2147483672" r:id="rId16"/>
    <p:sldLayoutId id="2147483742" r:id="rId17"/>
    <p:sldLayoutId id="2147483743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740" r:id="rId24"/>
    <p:sldLayoutId id="2147483678" r:id="rId25"/>
    <p:sldLayoutId id="2147483679" r:id="rId26"/>
    <p:sldLayoutId id="2147483796" r:id="rId27"/>
  </p:sldLayoutIdLst>
  <p:txStyles>
    <p:titleStyle>
      <a:lvl1pPr>
        <a:defRPr>
          <a:solidFill>
            <a:schemeClr val="accent1"/>
          </a:solidFill>
          <a:latin typeface="Times" pitchFamily="2" charset="0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4626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/>
              <a:t>Click to add title</a:t>
            </a:r>
            <a:endParaRPr/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6C0811DA-1436-1C90-68E8-D6A920491400}"/>
              </a:ext>
            </a:extLst>
          </p:cNvPr>
          <p:cNvSpPr txBox="1"/>
          <p:nvPr userDrawn="1"/>
        </p:nvSpPr>
        <p:spPr>
          <a:xfrm>
            <a:off x="568325" y="4781550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91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</p:sldLayoutIdLst>
  <p:txStyles>
    <p:titleStyle>
      <a:lvl1pPr>
        <a:defRPr>
          <a:solidFill>
            <a:schemeClr val="accent1"/>
          </a:solidFill>
          <a:latin typeface="Times" pitchFamily="2" charset="0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059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4CB9B0A-4047-F9D9-6848-32C84DE58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77" y="1313233"/>
            <a:ext cx="4091489" cy="1803083"/>
          </a:xfrm>
        </p:spPr>
        <p:txBody>
          <a:bodyPr/>
          <a:lstStyle/>
          <a:p>
            <a:r>
              <a:rPr lang="en-US" sz="2400" dirty="0"/>
              <a:t>Day 2: Advanced survival course</a:t>
            </a:r>
            <a:br>
              <a:rPr lang="en-US" sz="2400" dirty="0"/>
            </a:br>
            <a:br>
              <a:rPr lang="en-US" sz="2400" dirty="0"/>
            </a:br>
            <a:r>
              <a:rPr lang="en-US" sz="2400" i="1" dirty="0"/>
              <a:t>Flexible parametric survival models (continued)</a:t>
            </a:r>
            <a:endParaRPr lang="en-AU" sz="2400" i="1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AEC988-AF70-7E3E-E250-41BE43714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1477" y="3241364"/>
            <a:ext cx="3966984" cy="270089"/>
          </a:xfrm>
        </p:spPr>
        <p:txBody>
          <a:bodyPr/>
          <a:lstStyle/>
          <a:p>
            <a:r>
              <a:rPr lang="en-AU" dirty="0"/>
              <a:t>Nicole De La Mata</a:t>
            </a:r>
          </a:p>
        </p:txBody>
      </p:sp>
    </p:spTree>
    <p:extLst>
      <p:ext uri="{BB962C8B-B14F-4D97-AF65-F5344CB8AC3E}">
        <p14:creationId xmlns:p14="http://schemas.microsoft.com/office/powerpoint/2010/main" val="1806009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Overview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63EE7-1EC4-CA11-AC1E-77F327D977C9}"/>
              </a:ext>
            </a:extLst>
          </p:cNvPr>
          <p:cNvSpPr txBox="1"/>
          <p:nvPr/>
        </p:nvSpPr>
        <p:spPr>
          <a:xfrm>
            <a:off x="955963" y="889238"/>
            <a:ext cx="7356764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Brief overview: Competing risks in flexible parametric survival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Worked example:</a:t>
            </a:r>
          </a:p>
          <a:p>
            <a:pPr marL="895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AU" dirty="0"/>
              <a:t>Data preparation</a:t>
            </a:r>
          </a:p>
          <a:p>
            <a:pPr marL="895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AU" dirty="0"/>
              <a:t>Fitting </a:t>
            </a:r>
            <a:r>
              <a:rPr lang="en-AU" dirty="0" err="1"/>
              <a:t>flexsurvspline</a:t>
            </a:r>
            <a:endParaRPr lang="en-AU" dirty="0"/>
          </a:p>
          <a:p>
            <a:pPr marL="895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AU" dirty="0"/>
              <a:t>Cumulative hazard</a:t>
            </a:r>
          </a:p>
          <a:p>
            <a:pPr marL="895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AU" dirty="0"/>
              <a:t>Probability of events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Data exercise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5F69-8707-F148-E695-615670242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84CC3-BE0C-CEBD-F38B-144EB2E5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Concepts</a:t>
            </a:r>
          </a:p>
        </p:txBody>
      </p:sp>
    </p:spTree>
    <p:extLst>
      <p:ext uri="{BB962C8B-B14F-4D97-AF65-F5344CB8AC3E}">
        <p14:creationId xmlns:p14="http://schemas.microsoft.com/office/powerpoint/2010/main" val="77190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6734-A57E-35C0-4524-49B481E3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C0B65F0B-A7CB-0402-D639-8B5E439DA18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Recap</a:t>
            </a:r>
            <a:endParaRPr spc="-1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7A5154-5379-0415-8CB6-6744C4ACBAB7}"/>
                  </a:ext>
                </a:extLst>
              </p:cNvPr>
              <p:cNvSpPr txBox="1"/>
              <p:nvPr/>
            </p:nvSpPr>
            <p:spPr>
              <a:xfrm>
                <a:off x="435430" y="987952"/>
                <a:ext cx="8130720" cy="3370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AU" sz="1600" dirty="0"/>
                  <a:t>Flexible parametric survival models</a:t>
                </a:r>
              </a:p>
              <a:p>
                <a:pPr marL="898525" lvl="3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AU" sz="1600" dirty="0"/>
                  <a:t>Model baseline hazard rate directly using restricted cubic splines for better fit</a:t>
                </a:r>
              </a:p>
              <a:p>
                <a:pPr marL="285750" lvl="2" indent="-285750" defTabSz="44608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AU" sz="1600" dirty="0"/>
                  <a:t>Competing risks</a:t>
                </a:r>
              </a:p>
              <a:p>
                <a:pPr marL="898525" lvl="3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AU" sz="1600" dirty="0"/>
                  <a:t>Individual at-risk of more than one type of event, but only experience one of them</a:t>
                </a:r>
              </a:p>
              <a:p>
                <a:pPr marL="898525" lvl="3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AU" sz="1600" dirty="0"/>
                  <a:t>Cause-specific hazard rate: For cause </a:t>
                </a: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AU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1600" dirty="0"/>
                  <a:t>, gives the hazard rate at time </a:t>
                </a: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1600" dirty="0"/>
                  <a:t> condition on not having died of cause </a:t>
                </a: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sz="1600" dirty="0"/>
                  <a:t> or of any of the other </a:t>
                </a: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AU" sz="1600" dirty="0"/>
                  <a:t> causes of death.</a:t>
                </a:r>
              </a:p>
              <a:p>
                <a:pPr marL="898525" lvl="3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AU" sz="1600" dirty="0"/>
                  <a:t>Events due to competing causes are censored.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7A5154-5379-0415-8CB6-6744C4ACB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30" y="987952"/>
                <a:ext cx="8130720" cy="3370666"/>
              </a:xfrm>
              <a:prstGeom prst="rect">
                <a:avLst/>
              </a:prstGeom>
              <a:blipFill>
                <a:blip r:embed="rId3"/>
                <a:stretch>
                  <a:fillRect l="-300" b="-14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733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EA71D-6B28-7F67-8B40-6BBCEFEAC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B4503971-BA9B-F651-B8DF-325C272C42A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Competing risks scenario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EEC1A4-E1F3-8C51-BC18-E6BDC1BA16FB}"/>
              </a:ext>
            </a:extLst>
          </p:cNvPr>
          <p:cNvSpPr txBox="1"/>
          <p:nvPr/>
        </p:nvSpPr>
        <p:spPr>
          <a:xfrm>
            <a:off x="1993900" y="4296227"/>
            <a:ext cx="5156200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Competing risk model with k causes of death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0C11D-0773-1E83-9A5B-027879EFA1DB}"/>
              </a:ext>
            </a:extLst>
          </p:cNvPr>
          <p:cNvSpPr txBox="1"/>
          <p:nvPr/>
        </p:nvSpPr>
        <p:spPr>
          <a:xfrm>
            <a:off x="1413164" y="2180012"/>
            <a:ext cx="141835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pPr algn="ctr"/>
            <a:r>
              <a:rPr lang="en-AU" dirty="0"/>
              <a:t>Alive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8CFF6-3690-E65B-7316-B05B20303A04}"/>
              </a:ext>
            </a:extLst>
          </p:cNvPr>
          <p:cNvSpPr txBox="1"/>
          <p:nvPr/>
        </p:nvSpPr>
        <p:spPr>
          <a:xfrm>
            <a:off x="4916632" y="1027451"/>
            <a:ext cx="1905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  <a:p>
            <a:endParaRPr lang="en-AU" dirty="0"/>
          </a:p>
          <a:p>
            <a:pPr algn="ctr"/>
            <a:r>
              <a:rPr lang="en-AU" dirty="0"/>
              <a:t>Death, cause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961C6-D46A-2541-FD7A-CB4811760BC5}"/>
              </a:ext>
            </a:extLst>
          </p:cNvPr>
          <p:cNvSpPr txBox="1"/>
          <p:nvPr/>
        </p:nvSpPr>
        <p:spPr>
          <a:xfrm>
            <a:off x="4916633" y="3117756"/>
            <a:ext cx="1905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</a:p>
          <a:p>
            <a:endParaRPr lang="en-AU" dirty="0"/>
          </a:p>
          <a:p>
            <a:pPr algn="ctr"/>
            <a:r>
              <a:rPr lang="en-AU" dirty="0"/>
              <a:t>Death, cause 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806919-21D2-538C-F632-B0177C0423F6}"/>
              </a:ext>
            </a:extLst>
          </p:cNvPr>
          <p:cNvCxnSpPr>
            <a:cxnSpLocks/>
          </p:cNvCxnSpPr>
          <p:nvPr/>
        </p:nvCxnSpPr>
        <p:spPr>
          <a:xfrm>
            <a:off x="2831523" y="2769247"/>
            <a:ext cx="1678132" cy="8101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26B22D-C61B-2FA8-5210-DBE3956AA1CA}"/>
              </a:ext>
            </a:extLst>
          </p:cNvPr>
          <p:cNvCxnSpPr>
            <a:cxnSpLocks/>
          </p:cNvCxnSpPr>
          <p:nvPr/>
        </p:nvCxnSpPr>
        <p:spPr>
          <a:xfrm flipV="1">
            <a:off x="2831523" y="1680183"/>
            <a:ext cx="1678132" cy="8101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B2B9CA9-4F3F-5C34-CACF-37406BC88929}"/>
              </a:ext>
            </a:extLst>
          </p:cNvPr>
          <p:cNvSpPr txBox="1"/>
          <p:nvPr/>
        </p:nvSpPr>
        <p:spPr>
          <a:xfrm rot="5400000">
            <a:off x="5719444" y="2248585"/>
            <a:ext cx="53973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96897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508AB-EA4A-6EFF-31C4-090CFC34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7092B432-D548-9C09-B180-51BE3A3F68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Flexible parametric survival models for competing risks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56034-8EC4-4757-DD4C-13FD7B86EE91}"/>
              </a:ext>
            </a:extLst>
          </p:cNvPr>
          <p:cNvSpPr txBox="1"/>
          <p:nvPr/>
        </p:nvSpPr>
        <p:spPr>
          <a:xfrm>
            <a:off x="506640" y="1134282"/>
            <a:ext cx="813072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dirty="0"/>
              <a:t>We can apply flexible parametric survival models using same approach.</a:t>
            </a:r>
          </a:p>
        </p:txBody>
      </p:sp>
    </p:spTree>
    <p:extLst>
      <p:ext uri="{BB962C8B-B14F-4D97-AF65-F5344CB8AC3E}">
        <p14:creationId xmlns:p14="http://schemas.microsoft.com/office/powerpoint/2010/main" val="385071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4161-8993-D742-2B1C-8DC4857E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63B9-46AB-E6E7-D745-D8A49F86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Worked example</a:t>
            </a:r>
          </a:p>
        </p:txBody>
      </p:sp>
    </p:spTree>
    <p:extLst>
      <p:ext uri="{BB962C8B-B14F-4D97-AF65-F5344CB8AC3E}">
        <p14:creationId xmlns:p14="http://schemas.microsoft.com/office/powerpoint/2010/main" val="76223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3180C-B5D5-F2C1-1179-FE9CF4F1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3780CD7A-C9B4-6987-3BF6-D29C6FE3C0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Worked example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A3552-3FC4-B15A-1E9A-90356BAB0618}"/>
              </a:ext>
            </a:extLst>
          </p:cNvPr>
          <p:cNvSpPr txBox="1"/>
          <p:nvPr/>
        </p:nvSpPr>
        <p:spPr>
          <a:xfrm>
            <a:off x="435430" y="889238"/>
            <a:ext cx="8130720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dirty="0"/>
              <a:t>Simulated data of 300 individuals.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dirty="0"/>
              <a:t>CVD deaths vs other deaths.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13178B-A488-BA10-B9A8-BDDCBBA8C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43" y="1907013"/>
            <a:ext cx="7694093" cy="258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18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DA39-31CF-EF22-8606-05BF8FB7F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364A58F5-2341-C84E-A49E-DF5A24E365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Schematic of competing risks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1986D-3B73-CA1D-A4BB-870EDC2B8620}"/>
              </a:ext>
            </a:extLst>
          </p:cNvPr>
          <p:cNvSpPr txBox="1"/>
          <p:nvPr/>
        </p:nvSpPr>
        <p:spPr>
          <a:xfrm>
            <a:off x="3048075" y="3401776"/>
            <a:ext cx="1678132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/>
              <a:t>Trans==2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F3D88-7F97-D59F-6E73-B95DD240F322}"/>
              </a:ext>
            </a:extLst>
          </p:cNvPr>
          <p:cNvSpPr txBox="1"/>
          <p:nvPr/>
        </p:nvSpPr>
        <p:spPr>
          <a:xfrm>
            <a:off x="1413164" y="2180012"/>
            <a:ext cx="141835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pPr algn="ctr"/>
            <a:r>
              <a:rPr lang="en-AU" dirty="0"/>
              <a:t>Alive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3AFA4-1BA3-7FA8-8725-980C88B80F37}"/>
              </a:ext>
            </a:extLst>
          </p:cNvPr>
          <p:cNvSpPr txBox="1"/>
          <p:nvPr/>
        </p:nvSpPr>
        <p:spPr>
          <a:xfrm>
            <a:off x="4916632" y="1027451"/>
            <a:ext cx="1905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State==2</a:t>
            </a:r>
          </a:p>
          <a:p>
            <a:endParaRPr lang="en-AU" dirty="0"/>
          </a:p>
          <a:p>
            <a:pPr algn="ctr"/>
            <a:r>
              <a:rPr lang="en-AU" dirty="0"/>
              <a:t>CVD deaths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869BD-4F01-1DCB-F036-6C82E8BC7CA6}"/>
              </a:ext>
            </a:extLst>
          </p:cNvPr>
          <p:cNvSpPr txBox="1"/>
          <p:nvPr/>
        </p:nvSpPr>
        <p:spPr>
          <a:xfrm>
            <a:off x="4916633" y="3117756"/>
            <a:ext cx="1905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State==3</a:t>
            </a:r>
          </a:p>
          <a:p>
            <a:endParaRPr lang="en-AU" dirty="0"/>
          </a:p>
          <a:p>
            <a:pPr algn="ctr"/>
            <a:r>
              <a:rPr lang="en-AU" dirty="0"/>
              <a:t>Other deaths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C78179-03D9-EF5C-23DF-0D2A54B4921B}"/>
              </a:ext>
            </a:extLst>
          </p:cNvPr>
          <p:cNvCxnSpPr>
            <a:cxnSpLocks/>
          </p:cNvCxnSpPr>
          <p:nvPr/>
        </p:nvCxnSpPr>
        <p:spPr>
          <a:xfrm>
            <a:off x="2831523" y="2769247"/>
            <a:ext cx="1678132" cy="8101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F50DE4-F0CF-330F-1FAA-B58320C1701E}"/>
              </a:ext>
            </a:extLst>
          </p:cNvPr>
          <p:cNvCxnSpPr>
            <a:cxnSpLocks/>
          </p:cNvCxnSpPr>
          <p:nvPr/>
        </p:nvCxnSpPr>
        <p:spPr>
          <a:xfrm flipV="1">
            <a:off x="2831523" y="1680183"/>
            <a:ext cx="1678132" cy="8101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3AD199-80CB-F750-E164-DF0CBCD697D7}"/>
              </a:ext>
            </a:extLst>
          </p:cNvPr>
          <p:cNvSpPr txBox="1"/>
          <p:nvPr/>
        </p:nvSpPr>
        <p:spPr>
          <a:xfrm>
            <a:off x="2956215" y="1351390"/>
            <a:ext cx="1678132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Trans==1</a:t>
            </a:r>
          </a:p>
        </p:txBody>
      </p:sp>
    </p:spTree>
    <p:extLst>
      <p:ext uri="{BB962C8B-B14F-4D97-AF65-F5344CB8AC3E}">
        <p14:creationId xmlns:p14="http://schemas.microsoft.com/office/powerpoint/2010/main" val="164893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40BD-6253-3852-25AC-EA931AC60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F9C17B2A-258C-2207-A62D-77981429E34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‘</a:t>
            </a:r>
            <a:r>
              <a:rPr lang="en-AU" dirty="0" err="1"/>
              <a:t>mstate</a:t>
            </a:r>
            <a:r>
              <a:rPr lang="en-AU" dirty="0"/>
              <a:t>’ package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C625D-7565-61DD-C2DB-AD6DD83E9060}"/>
              </a:ext>
            </a:extLst>
          </p:cNvPr>
          <p:cNvSpPr txBox="1"/>
          <p:nvPr/>
        </p:nvSpPr>
        <p:spPr>
          <a:xfrm>
            <a:off x="777297" y="1502289"/>
            <a:ext cx="7589405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Functions for data prep, descriptives, estimation and prediction in competing risks and multi-state models.</a:t>
            </a:r>
          </a:p>
        </p:txBody>
      </p:sp>
    </p:spTree>
    <p:extLst>
      <p:ext uri="{BB962C8B-B14F-4D97-AF65-F5344CB8AC3E}">
        <p14:creationId xmlns:p14="http://schemas.microsoft.com/office/powerpoint/2010/main" val="1035328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8BAF-B68C-5C27-5AEF-426156A4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40BE8142-615A-FD07-0C7A-1679C9CB1E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Data layout for ‘</a:t>
            </a:r>
            <a:r>
              <a:rPr lang="en-AU" dirty="0" err="1"/>
              <a:t>mstate</a:t>
            </a:r>
            <a:r>
              <a:rPr lang="en-AU" dirty="0"/>
              <a:t>’ package</a:t>
            </a:r>
            <a:endParaRPr spc="-1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1B1D3-E566-C9F0-FAF0-05396C3A7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" y="1382371"/>
            <a:ext cx="7380669" cy="237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23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5322C-AF5B-E33B-B93A-D979E29E0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80840DF3-85CC-97D2-51EE-6E82500C4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Data output from ‘</a:t>
            </a:r>
            <a:r>
              <a:rPr lang="en-AU" dirty="0" err="1"/>
              <a:t>mstate</a:t>
            </a:r>
            <a:r>
              <a:rPr lang="en-AU" dirty="0"/>
              <a:t>’ package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BB5AC-B60D-3DD4-57BB-0CEEE91C764B}"/>
              </a:ext>
            </a:extLst>
          </p:cNvPr>
          <p:cNvSpPr txBox="1"/>
          <p:nvPr/>
        </p:nvSpPr>
        <p:spPr>
          <a:xfrm>
            <a:off x="424600" y="896506"/>
            <a:ext cx="8141550" cy="232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#Transition matrix - 2 death outcomes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tmat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transMat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 = list(c(2,3), c(), c()), names=c("Alive", "CVD death", "Other death"))</a:t>
            </a:r>
          </a:p>
          <a:p>
            <a:pPr>
              <a:lnSpc>
                <a:spcPct val="150000"/>
              </a:lnSpc>
            </a:pP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#Reshape using 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msprep</a:t>
            </a:r>
            <a:endParaRPr lang="en-A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cvd_death_msp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msprep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(data=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cvd_death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trans=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tmat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time=c(NA, "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time_cvdd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time_othd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"), status=c(NA, "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status_cvdd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status_othd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"), keep=c("age", "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cvd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diab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“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malesex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A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A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</a:p>
        </p:txBody>
      </p:sp>
    </p:spTree>
    <p:extLst>
      <p:ext uri="{BB962C8B-B14F-4D97-AF65-F5344CB8AC3E}">
        <p14:creationId xmlns:p14="http://schemas.microsoft.com/office/powerpoint/2010/main" val="4117525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4BC4-FB1A-B68A-7678-0A64B76E9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430AEDEF-4A5C-81AA-5713-C7FFC15A8D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Data output from ‘</a:t>
            </a:r>
            <a:r>
              <a:rPr lang="en-AU" dirty="0" err="1"/>
              <a:t>mstate</a:t>
            </a:r>
            <a:r>
              <a:rPr lang="en-AU" dirty="0"/>
              <a:t>’ package</a:t>
            </a:r>
            <a:endParaRPr spc="-1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A5476-0FF9-45CC-A7FC-A8F37844B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611" y="1394681"/>
            <a:ext cx="5796224" cy="278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84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BF203-4A22-187A-B73F-8D9331DA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3FF25F29-C9B6-170F-D928-FAD87A2052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116" y="316388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 err="1"/>
              <a:t>flexsurvspline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F961D-6001-7E9F-F398-E8B230DA69E0}"/>
              </a:ext>
            </a:extLst>
          </p:cNvPr>
          <p:cNvSpPr txBox="1"/>
          <p:nvPr/>
        </p:nvSpPr>
        <p:spPr>
          <a:xfrm>
            <a:off x="458116" y="1019808"/>
            <a:ext cx="79883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#Fit separate models for each cause of death</a:t>
            </a:r>
          </a:p>
          <a:p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fs_cvdd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flexsurvspline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Surv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Tstart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Tstop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status) ~ age10 +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cvd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diab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malesex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trt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cvd_death_msp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subset=(trans==1), k=1, scale="hazard")</a:t>
            </a:r>
          </a:p>
          <a:p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fs_cvdd</a:t>
            </a:r>
            <a:endParaRPr lang="en-A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A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fs_othd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flexsurvspline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Surv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Tstart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Tstop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status) ~ age10 +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cvd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diab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malesex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trt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cvd_death_msp</a:t>
            </a:r>
            <a:r>
              <a:rPr lang="en-A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subset=(trans==2), k=1, scale="hazard")</a:t>
            </a:r>
          </a:p>
          <a:p>
            <a:r>
              <a:rPr lang="en-A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fs_othd</a:t>
            </a:r>
            <a:endParaRPr lang="en-A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58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63440-6BA5-AA2B-3420-48B2A2E53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D4D169B7-EAC8-163E-5ED3-0222C3F9345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116" y="316388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 err="1"/>
              <a:t>Flexsurvspline</a:t>
            </a:r>
            <a:r>
              <a:rPr lang="en-AU" dirty="0"/>
              <a:t> – CVD deaths</a:t>
            </a:r>
            <a:endParaRPr spc="-1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8B1B29-B10A-DD2E-ED0E-F0CFF18E9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6" y="1423540"/>
            <a:ext cx="8122532" cy="233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31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B22B9-BA86-3749-25E4-1014A292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49E41429-1297-2FC6-7765-788A6C5663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116" y="316388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 err="1"/>
              <a:t>Flexsurvspline</a:t>
            </a:r>
            <a:r>
              <a:rPr lang="en-AU" dirty="0"/>
              <a:t> – Other deaths</a:t>
            </a:r>
            <a:endParaRPr spc="-1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39C23-42F3-5C3A-6E5F-EFE629D6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85" y="1323678"/>
            <a:ext cx="8098927" cy="226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67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90490-DFFF-5895-AFA4-74821661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355F10B5-2900-80E3-6182-B18DA4F84F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116" y="316388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Cumulative hazard</a:t>
            </a:r>
            <a:endParaRPr spc="-1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E3BF7E-36BC-33AA-120E-E19FA18B1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464" y="816469"/>
            <a:ext cx="6604952" cy="422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42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9B09-EBD0-6421-487F-C2B5472B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CCAD25A8-06B1-151B-E759-61A836F399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116" y="316388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Probability of deaths</a:t>
            </a:r>
            <a:endParaRPr spc="-1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F6C5B-D0F6-2EA5-3187-0D983F42E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296" y="888274"/>
            <a:ext cx="5876902" cy="408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23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1C465-A352-9806-9200-5D49252B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5A2A-1C1A-B93D-3C11-D7B95BF1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exercise</a:t>
            </a:r>
          </a:p>
        </p:txBody>
      </p:sp>
    </p:spTree>
    <p:extLst>
      <p:ext uri="{BB962C8B-B14F-4D97-AF65-F5344CB8AC3E}">
        <p14:creationId xmlns:p14="http://schemas.microsoft.com/office/powerpoint/2010/main" val="3820814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6AA12-9A33-2529-00C7-B30537A7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 1">
            <a:extLst>
              <a:ext uri="{FF2B5EF4-FFF2-40B4-BE49-F238E27FC236}">
                <a16:creationId xmlns:a16="http://schemas.microsoft.com/office/drawing/2014/main" id="{C35EDECA-4B6A-7A72-A616-EE8EF094FF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7850" y="514350"/>
            <a:ext cx="79883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Data example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F4723-FBFF-7636-088D-6E753265857D}"/>
              </a:ext>
            </a:extLst>
          </p:cNvPr>
          <p:cNvSpPr txBox="1"/>
          <p:nvPr/>
        </p:nvSpPr>
        <p:spPr>
          <a:xfrm>
            <a:off x="435430" y="889238"/>
            <a:ext cx="8130720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dirty="0"/>
              <a:t>Real data (perturbed) of ~6500 dialysis patients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AU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1611F-162E-5208-0CF0-3EE1C192BBFE}"/>
              </a:ext>
            </a:extLst>
          </p:cNvPr>
          <p:cNvSpPr txBox="1"/>
          <p:nvPr/>
        </p:nvSpPr>
        <p:spPr>
          <a:xfrm>
            <a:off x="1302327" y="1752158"/>
            <a:ext cx="682567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/>
              <a:t>Variables</a:t>
            </a:r>
          </a:p>
          <a:p>
            <a:r>
              <a:rPr lang="en-AU" sz="1400" dirty="0"/>
              <a:t>id: Unique patient identifier</a:t>
            </a:r>
          </a:p>
          <a:p>
            <a:r>
              <a:rPr lang="en-AU" sz="1400" dirty="0"/>
              <a:t>time0: Start of being at risk (i.e. dialysis start date)</a:t>
            </a:r>
          </a:p>
          <a:p>
            <a:r>
              <a:rPr lang="en-AU" sz="1400" dirty="0"/>
              <a:t>time: Follow-up time (i.e. death or last known follow-up)</a:t>
            </a:r>
          </a:p>
          <a:p>
            <a:r>
              <a:rPr lang="en-AU" sz="1400" dirty="0"/>
              <a:t>deaths: indicator of death (2==CVD deaths, 3==Other death, 0==Still alive)</a:t>
            </a:r>
          </a:p>
          <a:p>
            <a:r>
              <a:rPr lang="en-AU" sz="1400" dirty="0"/>
              <a:t>status: Event indicator (1==event occurred, 0==censored)</a:t>
            </a:r>
          </a:p>
          <a:p>
            <a:r>
              <a:rPr lang="en-AU" sz="1400" dirty="0"/>
              <a:t>age: age in years at dialysis start</a:t>
            </a:r>
          </a:p>
          <a:p>
            <a:r>
              <a:rPr lang="en-AU" sz="1400" dirty="0" err="1"/>
              <a:t>malesex</a:t>
            </a:r>
            <a:r>
              <a:rPr lang="en-AU" sz="1400" dirty="0"/>
              <a:t>: indicator for male sex (1==male, 0==female)</a:t>
            </a:r>
          </a:p>
          <a:p>
            <a:r>
              <a:rPr lang="en-AU" sz="1400" dirty="0"/>
              <a:t>smoking: smoking status (C==current, N==never, F==former)</a:t>
            </a:r>
          </a:p>
          <a:p>
            <a:r>
              <a:rPr lang="en-AU" sz="1400" dirty="0"/>
              <a:t>late: referral for kidney failure was late (1==late referral, 0==Not late referral)</a:t>
            </a:r>
          </a:p>
        </p:txBody>
      </p:sp>
    </p:spTree>
    <p:extLst>
      <p:ext uri="{BB962C8B-B14F-4D97-AF65-F5344CB8AC3E}">
        <p14:creationId xmlns:p14="http://schemas.microsoft.com/office/powerpoint/2010/main" val="2977521402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knowledgement of Country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pter break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raphic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ontent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Updates_No accent bar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42e17a-d69a-4a7c-aca9-8c457aad35e5">
      <Terms xmlns="http://schemas.microsoft.com/office/infopath/2007/PartnerControls"/>
    </lcf76f155ced4ddcb4097134ff3c332f>
    <TaxCatchAll xmlns="b4ec80fd-8431-40c0-a290-862af3148ca3" xsi:nil="true"/>
    <Reportpage xmlns="7342e17a-d69a-4a7c-aca9-8c457aad35e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92580B121D5040ACF1C3BB881AB73F" ma:contentTypeVersion="14" ma:contentTypeDescription="Create a new document." ma:contentTypeScope="" ma:versionID="1091cb38004b44c441a10ca9df3dc410">
  <xsd:schema xmlns:xsd="http://www.w3.org/2001/XMLSchema" xmlns:xs="http://www.w3.org/2001/XMLSchema" xmlns:p="http://schemas.microsoft.com/office/2006/metadata/properties" xmlns:ns2="7342e17a-d69a-4a7c-aca9-8c457aad35e5" xmlns:ns3="b4ec80fd-8431-40c0-a290-862af3148ca3" targetNamespace="http://schemas.microsoft.com/office/2006/metadata/properties" ma:root="true" ma:fieldsID="fcf02c74aee6b19046370ebc49fc1b2d" ns2:_="" ns3:_="">
    <xsd:import namespace="7342e17a-d69a-4a7c-aca9-8c457aad35e5"/>
    <xsd:import namespace="b4ec80fd-8431-40c0-a290-862af3148c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Reportp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2e17a-d69a-4a7c-aca9-8c457aad35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92977-2dea-498c-99b4-1555f3d0d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Reportpage" ma:index="21" nillable="true" ma:displayName="Report page" ma:format="Dropdown" ma:internalName="Reportpag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c80fd-8431-40c0-a290-862af3148c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73a6383-9aee-48ca-96a5-76a7fec42c51}" ma:internalName="TaxCatchAll" ma:showField="CatchAllData" ma:web="b4ec80fd-8431-40c0-a290-862af3148c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9B7B7D-D26A-4C33-826F-DADE54E4FD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04B00-E890-4682-9295-DDD3DDE8268D}">
  <ds:schemaRefs>
    <ds:schemaRef ds:uri="http://purl.org/dc/dcmitype/"/>
    <ds:schemaRef ds:uri="b4ec80fd-8431-40c0-a290-862af3148ca3"/>
    <ds:schemaRef ds:uri="http://schemas.microsoft.com/office/2006/metadata/properties"/>
    <ds:schemaRef ds:uri="http://schemas.microsoft.com/office/2006/documentManagement/types"/>
    <ds:schemaRef ds:uri="http://purl.org/dc/terms/"/>
    <ds:schemaRef ds:uri="7342e17a-d69a-4a7c-aca9-8c457aad35e5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3EC600DA-0CD9-417B-AFD4-46018338836A}">
  <ds:schemaRefs>
    <ds:schemaRef ds:uri="7342e17a-d69a-4a7c-aca9-8c457aad35e5"/>
    <ds:schemaRef ds:uri="b4ec80fd-8431-40c0-a290-862af3148c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5839</TotalTime>
  <Words>660</Words>
  <Application>Microsoft Office PowerPoint</Application>
  <PresentationFormat>On-screen Show (16:9)</PresentationFormat>
  <Paragraphs>101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Arial</vt:lpstr>
      <vt:lpstr>Calibri</vt:lpstr>
      <vt:lpstr>Cambria Math</vt:lpstr>
      <vt:lpstr>Courier New</vt:lpstr>
      <vt:lpstr>System Font Regular</vt:lpstr>
      <vt:lpstr>Times</vt:lpstr>
      <vt:lpstr>Times New Roman</vt:lpstr>
      <vt:lpstr>Wingdings</vt:lpstr>
      <vt:lpstr>Title slides</vt:lpstr>
      <vt:lpstr>Acknowledgement of Country</vt:lpstr>
      <vt:lpstr>Chapter break</vt:lpstr>
      <vt:lpstr>Graphic slides</vt:lpstr>
      <vt:lpstr>Content slides</vt:lpstr>
      <vt:lpstr>Updates_No accent bar</vt:lpstr>
      <vt:lpstr>PowerPoint Presentation</vt:lpstr>
      <vt:lpstr>Day 2: Advanced survival course  Flexible parametric survival models (continued)</vt:lpstr>
      <vt:lpstr>Overview</vt:lpstr>
      <vt:lpstr>Concepts</vt:lpstr>
      <vt:lpstr>Recap</vt:lpstr>
      <vt:lpstr>Competing risks scenario</vt:lpstr>
      <vt:lpstr>Flexible parametric survival models for competing risks</vt:lpstr>
      <vt:lpstr>Worked example</vt:lpstr>
      <vt:lpstr>Worked example</vt:lpstr>
      <vt:lpstr>Schematic of competing risks</vt:lpstr>
      <vt:lpstr>‘mstate’ package</vt:lpstr>
      <vt:lpstr>Data layout for ‘mstate’ package</vt:lpstr>
      <vt:lpstr>Data output from ‘mstate’ package</vt:lpstr>
      <vt:lpstr>Data output from ‘mstate’ package</vt:lpstr>
      <vt:lpstr>flexsurvspline</vt:lpstr>
      <vt:lpstr>Flexsurvspline – CVD deaths</vt:lpstr>
      <vt:lpstr>Flexsurvspline – Other deaths</vt:lpstr>
      <vt:lpstr>Cumulative hazard</vt:lpstr>
      <vt:lpstr>Probability of deaths</vt:lpstr>
      <vt:lpstr>Data exercise</vt:lpstr>
      <vt:lpstr>Data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De La Mata</dc:creator>
  <cp:lastModifiedBy>Nicole De La Mata</cp:lastModifiedBy>
  <cp:revision>8</cp:revision>
  <dcterms:created xsi:type="dcterms:W3CDTF">2022-10-08T02:11:21Z</dcterms:created>
  <dcterms:modified xsi:type="dcterms:W3CDTF">2026-02-27T00:10:44Z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2022-10-08T00:00:00Z</vt:filetime>
  </property>
  <property fmtid="{D5CDD505-2E9C-101B-9397-08002B2CF9AE}" pid="3" name="Creator">
    <vt:lpwstr>Adobe InDesign 17.0 (Macintosh)</vt:lpwstr>
  </property>
  <property fmtid="{D5CDD505-2E9C-101B-9397-08002B2CF9AE}" pid="4" name="LastSaved">
    <vt:filetime>2022-10-08T00:00:00Z</vt:filetime>
  </property>
  <property fmtid="{D5CDD505-2E9C-101B-9397-08002B2CF9AE}" pid="5" name="Producer">
    <vt:lpwstr>Adobe PDF Library 16.0.3</vt:lpwstr>
  </property>
  <property fmtid="{D5CDD505-2E9C-101B-9397-08002B2CF9AE}" pid="6" name="ContentTypeId">
    <vt:lpwstr>0x0101002592580B121D5040ACF1C3BB881AB73F</vt:lpwstr>
  </property>
  <property fmtid="{D5CDD505-2E9C-101B-9397-08002B2CF9AE}" pid="7" name="MediaServiceImageTags">
    <vt:lpwstr/>
  </property>
</Properties>
</file>